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9"/>
  </p:normalViewPr>
  <p:slideViewPr>
    <p:cSldViewPr snapToGrid="0" snapToObjects="1">
      <p:cViewPr varScale="1">
        <p:scale>
          <a:sx n="91" d="100"/>
          <a:sy n="91" d="100"/>
        </p:scale>
        <p:origin x="196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  <a:prstGeom prst="rect">
            <a:avLst/>
          </a:prstGeo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1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2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  <a:prstGeom prst="rect">
            <a:avLst/>
          </a:prstGeo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8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A22D-F7B6-B6EC-E603-18C926B2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414338"/>
            <a:ext cx="8674100" cy="1501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C113D-CEE1-A862-CFDA-3FAD2A559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2068513"/>
            <a:ext cx="8674100" cy="49323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516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5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16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49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  <a:prstGeom prst="rect">
            <a:avLst/>
          </a:prstGeo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47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2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E9E60F69-5E00-0A41-8FDA-E670453B4CB7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/>
          <a:lstStyle/>
          <a:p>
            <a:fld id="{7A94B82B-F05C-F046-8A47-D0D093B32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1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828FDB-D1B0-7C4B-9F9C-E962C1132BF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2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63B9-157A-F84E-A621-CFAF477EDFE5}"/>
              </a:ext>
            </a:extLst>
          </p:cNvPr>
          <p:cNvCxnSpPr>
            <a:cxnSpLocks/>
          </p:cNvCxnSpPr>
          <p:nvPr/>
        </p:nvCxnSpPr>
        <p:spPr>
          <a:xfrm>
            <a:off x="1346200" y="2362200"/>
            <a:ext cx="7289800" cy="0"/>
          </a:xfrm>
          <a:prstGeom prst="line">
            <a:avLst/>
          </a:prstGeom>
          <a:ln>
            <a:solidFill>
              <a:schemeClr val="dk1">
                <a:alpha val="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09F975-0166-8E41-A31C-8D90F1CD3733}"/>
              </a:ext>
            </a:extLst>
          </p:cNvPr>
          <p:cNvSpPr txBox="1"/>
          <p:nvPr/>
        </p:nvSpPr>
        <p:spPr>
          <a:xfrm>
            <a:off x="558800" y="4733932"/>
            <a:ext cx="8971280" cy="791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Hackathon at </a:t>
            </a:r>
            <a:r>
              <a:rPr lang="en-US" i="1" dirty="0">
                <a:latin typeface="Arial"/>
                <a:cs typeface="Arial"/>
              </a:rPr>
              <a:t>Account Name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Month Day, Year  •   Town, State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4C2BB2-2A6D-3B47-B582-C2FE0EC464B9}"/>
              </a:ext>
            </a:extLst>
          </p:cNvPr>
          <p:cNvCxnSpPr>
            <a:cxnSpLocks/>
          </p:cNvCxnSpPr>
          <p:nvPr/>
        </p:nvCxnSpPr>
        <p:spPr>
          <a:xfrm flipV="1">
            <a:off x="2186109" y="3398488"/>
            <a:ext cx="5648081" cy="31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89767B-B7A8-9A45-A54E-8528E8E14C50}"/>
              </a:ext>
            </a:extLst>
          </p:cNvPr>
          <p:cNvSpPr txBox="1"/>
          <p:nvPr/>
        </p:nvSpPr>
        <p:spPr>
          <a:xfrm>
            <a:off x="2430446" y="3430454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7DA4BD-55ED-E240-8E12-24E617329183}"/>
              </a:ext>
            </a:extLst>
          </p:cNvPr>
          <p:cNvCxnSpPr>
            <a:cxnSpLocks/>
          </p:cNvCxnSpPr>
          <p:nvPr/>
        </p:nvCxnSpPr>
        <p:spPr>
          <a:xfrm>
            <a:off x="3294380" y="4275817"/>
            <a:ext cx="3434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1DD84C-AA52-1245-B56E-3995751A393A}"/>
              </a:ext>
            </a:extLst>
          </p:cNvPr>
          <p:cNvSpPr txBox="1"/>
          <p:nvPr/>
        </p:nvSpPr>
        <p:spPr>
          <a:xfrm>
            <a:off x="2430446" y="4307783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13549-2235-244A-9385-7932C170236F}"/>
              </a:ext>
            </a:extLst>
          </p:cNvPr>
          <p:cNvSpPr txBox="1"/>
          <p:nvPr/>
        </p:nvSpPr>
        <p:spPr>
          <a:xfrm>
            <a:off x="1405935" y="1139327"/>
            <a:ext cx="82463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50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5000" spc="3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50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PLACE</a:t>
            </a:r>
          </a:p>
        </p:txBody>
      </p:sp>
      <p:pic>
        <p:nvPicPr>
          <p:cNvPr id="20" name="Graphic 19" descr="Ribbon">
            <a:extLst>
              <a:ext uri="{FF2B5EF4-FFF2-40B4-BE49-F238E27FC236}">
                <a16:creationId xmlns:a16="http://schemas.microsoft.com/office/drawing/2014/main" id="{0A0129FA-7AA9-D648-89C3-0CB236F5B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9163" y="1121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5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63B9-157A-F84E-A621-CFAF477EDFE5}"/>
              </a:ext>
            </a:extLst>
          </p:cNvPr>
          <p:cNvCxnSpPr>
            <a:cxnSpLocks/>
          </p:cNvCxnSpPr>
          <p:nvPr/>
        </p:nvCxnSpPr>
        <p:spPr>
          <a:xfrm>
            <a:off x="1346200" y="2362200"/>
            <a:ext cx="7289800" cy="0"/>
          </a:xfrm>
          <a:prstGeom prst="line">
            <a:avLst/>
          </a:prstGeom>
          <a:ln>
            <a:solidFill>
              <a:schemeClr val="dk1">
                <a:alpha val="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09F975-0166-8E41-A31C-8D90F1CD3733}"/>
              </a:ext>
            </a:extLst>
          </p:cNvPr>
          <p:cNvSpPr txBox="1"/>
          <p:nvPr/>
        </p:nvSpPr>
        <p:spPr>
          <a:xfrm>
            <a:off x="558800" y="4733932"/>
            <a:ext cx="8971280" cy="791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Hackathon at </a:t>
            </a:r>
            <a:r>
              <a:rPr lang="en-US" i="1" dirty="0">
                <a:latin typeface="Arial"/>
                <a:cs typeface="Arial"/>
              </a:rPr>
              <a:t>Account Name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Month Day, Year  •   Town, State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4C2BB2-2A6D-3B47-B582-C2FE0EC464B9}"/>
              </a:ext>
            </a:extLst>
          </p:cNvPr>
          <p:cNvCxnSpPr>
            <a:cxnSpLocks/>
          </p:cNvCxnSpPr>
          <p:nvPr/>
        </p:nvCxnSpPr>
        <p:spPr>
          <a:xfrm flipV="1">
            <a:off x="2186109" y="3398488"/>
            <a:ext cx="5648081" cy="31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89767B-B7A8-9A45-A54E-8528E8E14C50}"/>
              </a:ext>
            </a:extLst>
          </p:cNvPr>
          <p:cNvSpPr txBox="1"/>
          <p:nvPr/>
        </p:nvSpPr>
        <p:spPr>
          <a:xfrm>
            <a:off x="2430446" y="3430454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7DA4BD-55ED-E240-8E12-24E617329183}"/>
              </a:ext>
            </a:extLst>
          </p:cNvPr>
          <p:cNvCxnSpPr>
            <a:cxnSpLocks/>
          </p:cNvCxnSpPr>
          <p:nvPr/>
        </p:nvCxnSpPr>
        <p:spPr>
          <a:xfrm>
            <a:off x="3294380" y="4275817"/>
            <a:ext cx="3434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1DD84C-AA52-1245-B56E-3995751A393A}"/>
              </a:ext>
            </a:extLst>
          </p:cNvPr>
          <p:cNvSpPr txBox="1"/>
          <p:nvPr/>
        </p:nvSpPr>
        <p:spPr>
          <a:xfrm>
            <a:off x="2430446" y="4307783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13549-2235-244A-9385-7932C170236F}"/>
              </a:ext>
            </a:extLst>
          </p:cNvPr>
          <p:cNvSpPr txBox="1"/>
          <p:nvPr/>
        </p:nvSpPr>
        <p:spPr>
          <a:xfrm>
            <a:off x="1405935" y="1139327"/>
            <a:ext cx="8246364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5000" spc="300" dirty="0">
                <a:latin typeface="Times New Roman"/>
                <a:cs typeface="Times New Roman"/>
              </a:rPr>
              <a:t>2</a:t>
            </a:r>
            <a:r>
              <a:rPr lang="en-US" sz="5000" spc="300" baseline="30000" dirty="0">
                <a:latin typeface="Times New Roman"/>
                <a:cs typeface="Times New Roman"/>
              </a:rPr>
              <a:t>nd</a:t>
            </a:r>
            <a:r>
              <a:rPr lang="en-US" sz="5000" spc="300" dirty="0">
                <a:latin typeface="Times New Roman"/>
                <a:cs typeface="Times New Roman"/>
              </a:rPr>
              <a:t> PLACE</a:t>
            </a:r>
          </a:p>
        </p:txBody>
      </p:sp>
      <p:pic>
        <p:nvPicPr>
          <p:cNvPr id="20" name="Graphic 19" descr="Ribbon">
            <a:extLst>
              <a:ext uri="{FF2B5EF4-FFF2-40B4-BE49-F238E27FC236}">
                <a16:creationId xmlns:a16="http://schemas.microsoft.com/office/drawing/2014/main" id="{0A0129FA-7AA9-D648-89C3-0CB236F5B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9163" y="1121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5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63B9-157A-F84E-A621-CFAF477EDFE5}"/>
              </a:ext>
            </a:extLst>
          </p:cNvPr>
          <p:cNvCxnSpPr>
            <a:cxnSpLocks/>
          </p:cNvCxnSpPr>
          <p:nvPr/>
        </p:nvCxnSpPr>
        <p:spPr>
          <a:xfrm>
            <a:off x="1346200" y="2362200"/>
            <a:ext cx="7289800" cy="0"/>
          </a:xfrm>
          <a:prstGeom prst="line">
            <a:avLst/>
          </a:prstGeom>
          <a:ln>
            <a:solidFill>
              <a:schemeClr val="dk1">
                <a:alpha val="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09F975-0166-8E41-A31C-8D90F1CD3733}"/>
              </a:ext>
            </a:extLst>
          </p:cNvPr>
          <p:cNvSpPr txBox="1"/>
          <p:nvPr/>
        </p:nvSpPr>
        <p:spPr>
          <a:xfrm>
            <a:off x="558800" y="4733932"/>
            <a:ext cx="8971280" cy="791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Hackathon at </a:t>
            </a:r>
            <a:r>
              <a:rPr lang="en-US" i="1" dirty="0">
                <a:latin typeface="Arial"/>
                <a:cs typeface="Arial"/>
              </a:rPr>
              <a:t>Account Name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Month Day, Year  •   Town, State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4C2BB2-2A6D-3B47-B582-C2FE0EC464B9}"/>
              </a:ext>
            </a:extLst>
          </p:cNvPr>
          <p:cNvCxnSpPr>
            <a:cxnSpLocks/>
          </p:cNvCxnSpPr>
          <p:nvPr/>
        </p:nvCxnSpPr>
        <p:spPr>
          <a:xfrm flipV="1">
            <a:off x="2186109" y="3398488"/>
            <a:ext cx="5648081" cy="31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89767B-B7A8-9A45-A54E-8528E8E14C50}"/>
              </a:ext>
            </a:extLst>
          </p:cNvPr>
          <p:cNvSpPr txBox="1"/>
          <p:nvPr/>
        </p:nvSpPr>
        <p:spPr>
          <a:xfrm>
            <a:off x="2430446" y="3430454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7DA4BD-55ED-E240-8E12-24E617329183}"/>
              </a:ext>
            </a:extLst>
          </p:cNvPr>
          <p:cNvCxnSpPr>
            <a:cxnSpLocks/>
          </p:cNvCxnSpPr>
          <p:nvPr/>
        </p:nvCxnSpPr>
        <p:spPr>
          <a:xfrm>
            <a:off x="3294380" y="4275817"/>
            <a:ext cx="3434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1DD84C-AA52-1245-B56E-3995751A393A}"/>
              </a:ext>
            </a:extLst>
          </p:cNvPr>
          <p:cNvSpPr txBox="1"/>
          <p:nvPr/>
        </p:nvSpPr>
        <p:spPr>
          <a:xfrm>
            <a:off x="2430446" y="4307783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13549-2235-244A-9385-7932C170236F}"/>
              </a:ext>
            </a:extLst>
          </p:cNvPr>
          <p:cNvSpPr txBox="1"/>
          <p:nvPr/>
        </p:nvSpPr>
        <p:spPr>
          <a:xfrm>
            <a:off x="1405935" y="1139327"/>
            <a:ext cx="8246364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5000" spc="300" dirty="0">
                <a:latin typeface="Times New Roman"/>
                <a:cs typeface="Times New Roman"/>
              </a:rPr>
              <a:t>3</a:t>
            </a:r>
            <a:r>
              <a:rPr lang="en-US" sz="5000" spc="300" baseline="30000" dirty="0">
                <a:latin typeface="Times New Roman"/>
                <a:cs typeface="Times New Roman"/>
              </a:rPr>
              <a:t>rd</a:t>
            </a:r>
            <a:r>
              <a:rPr lang="en-US" sz="5000" spc="300" dirty="0">
                <a:latin typeface="Times New Roman"/>
                <a:cs typeface="Times New Roman"/>
              </a:rPr>
              <a:t> PLACE</a:t>
            </a:r>
          </a:p>
        </p:txBody>
      </p:sp>
      <p:pic>
        <p:nvPicPr>
          <p:cNvPr id="20" name="Graphic 19" descr="Ribbon">
            <a:extLst>
              <a:ext uri="{FF2B5EF4-FFF2-40B4-BE49-F238E27FC236}">
                <a16:creationId xmlns:a16="http://schemas.microsoft.com/office/drawing/2014/main" id="{0A0129FA-7AA9-D648-89C3-0CB236F5B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9163" y="1121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59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A463B9-157A-F84E-A621-CFAF477EDFE5}"/>
              </a:ext>
            </a:extLst>
          </p:cNvPr>
          <p:cNvCxnSpPr>
            <a:cxnSpLocks/>
          </p:cNvCxnSpPr>
          <p:nvPr/>
        </p:nvCxnSpPr>
        <p:spPr>
          <a:xfrm>
            <a:off x="1346200" y="2362200"/>
            <a:ext cx="7289800" cy="0"/>
          </a:xfrm>
          <a:prstGeom prst="line">
            <a:avLst/>
          </a:prstGeom>
          <a:ln>
            <a:solidFill>
              <a:schemeClr val="dk1">
                <a:alpha val="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C09F975-0166-8E41-A31C-8D90F1CD3733}"/>
              </a:ext>
            </a:extLst>
          </p:cNvPr>
          <p:cNvSpPr txBox="1"/>
          <p:nvPr/>
        </p:nvSpPr>
        <p:spPr>
          <a:xfrm>
            <a:off x="558800" y="4733932"/>
            <a:ext cx="8971280" cy="791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Arial"/>
                <a:cs typeface="Arial"/>
              </a:rPr>
              <a:t>Hackathon at </a:t>
            </a:r>
            <a:r>
              <a:rPr lang="en-US" i="1" dirty="0">
                <a:latin typeface="Arial"/>
                <a:cs typeface="Arial"/>
              </a:rPr>
              <a:t>Account Name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/>
                <a:cs typeface="Arial"/>
              </a:rPr>
              <a:t>Month Day, Year  •   Town, State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4C2BB2-2A6D-3B47-B582-C2FE0EC464B9}"/>
              </a:ext>
            </a:extLst>
          </p:cNvPr>
          <p:cNvCxnSpPr>
            <a:cxnSpLocks/>
          </p:cNvCxnSpPr>
          <p:nvPr/>
        </p:nvCxnSpPr>
        <p:spPr>
          <a:xfrm flipV="1">
            <a:off x="2186109" y="3398488"/>
            <a:ext cx="5648081" cy="319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89767B-B7A8-9A45-A54E-8528E8E14C50}"/>
              </a:ext>
            </a:extLst>
          </p:cNvPr>
          <p:cNvSpPr txBox="1"/>
          <p:nvPr/>
        </p:nvSpPr>
        <p:spPr>
          <a:xfrm>
            <a:off x="2430446" y="3430454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PARTICIPANT NAME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7DA4BD-55ED-E240-8E12-24E617329183}"/>
              </a:ext>
            </a:extLst>
          </p:cNvPr>
          <p:cNvCxnSpPr>
            <a:cxnSpLocks/>
          </p:cNvCxnSpPr>
          <p:nvPr/>
        </p:nvCxnSpPr>
        <p:spPr>
          <a:xfrm>
            <a:off x="3294380" y="4275817"/>
            <a:ext cx="34340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1DD84C-AA52-1245-B56E-3995751A393A}"/>
              </a:ext>
            </a:extLst>
          </p:cNvPr>
          <p:cNvSpPr txBox="1"/>
          <p:nvPr/>
        </p:nvSpPr>
        <p:spPr>
          <a:xfrm>
            <a:off x="2430446" y="4307783"/>
            <a:ext cx="5161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13549-2235-244A-9385-7932C170236F}"/>
              </a:ext>
            </a:extLst>
          </p:cNvPr>
          <p:cNvSpPr txBox="1"/>
          <p:nvPr/>
        </p:nvSpPr>
        <p:spPr>
          <a:xfrm>
            <a:off x="556140" y="1139327"/>
            <a:ext cx="8976890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spc="300" dirty="0">
                <a:latin typeface="Times New Roman"/>
                <a:cs typeface="Times New Roman"/>
              </a:rPr>
              <a:t>CERTIFICATE</a:t>
            </a:r>
            <a:endParaRPr lang="en-US" sz="4800" spc="300">
              <a:ea typeface="+mn-lt"/>
              <a:cs typeface="+mn-lt"/>
            </a:endParaRPr>
          </a:p>
          <a:p>
            <a:pPr algn="ctr"/>
            <a:r>
              <a:rPr lang="en-US" sz="2000" spc="300" dirty="0">
                <a:latin typeface="Times New Roman"/>
                <a:cs typeface="Times New Roman"/>
              </a:rPr>
              <a:t>OF PARTICIPATION</a:t>
            </a:r>
            <a:endParaRPr lang="en-US" sz="20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0760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ee7129e-4925-480d-949a-39847433c3b8" xsi:nil="true"/>
    <lcf76f155ced4ddcb4097134ff3c332f xmlns="acf9abf7-c116-4b83-8cff-9672c66dcb6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DADE9B5A202A428AD04D9209AEA083" ma:contentTypeVersion="17" ma:contentTypeDescription="Create a new document." ma:contentTypeScope="" ma:versionID="26fc5d8574b7f8351928ef07f1f16fa1">
  <xsd:schema xmlns:xsd="http://www.w3.org/2001/XMLSchema" xmlns:xs="http://www.w3.org/2001/XMLSchema" xmlns:p="http://schemas.microsoft.com/office/2006/metadata/properties" xmlns:ns2="acf9abf7-c116-4b83-8cff-9672c66dcb6b" xmlns:ns3="0ee7129e-4925-480d-949a-39847433c3b8" targetNamespace="http://schemas.microsoft.com/office/2006/metadata/properties" ma:root="true" ma:fieldsID="2aeff1c53fc3e2789aed9dc3292468f3" ns2:_="" ns3:_="">
    <xsd:import namespace="acf9abf7-c116-4b83-8cff-9672c66dcb6b"/>
    <xsd:import namespace="0ee7129e-4925-480d-949a-39847433c3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9abf7-c116-4b83-8cff-9672c66dc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dc2fbcc8-9673-4dab-87c4-578ccfafc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7129e-4925-480d-949a-39847433c3b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0cfcc591-3763-4901-b236-5d61e2cd5f5b}" ma:internalName="TaxCatchAll" ma:showField="CatchAllData" ma:web="0ee7129e-4925-480d-949a-39847433c3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0DE74F-AEEB-428C-9C68-D48255D8D2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D65A02-A8A3-445D-A828-80AE8EA09608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0ee7129e-4925-480d-949a-39847433c3b8"/>
    <ds:schemaRef ds:uri="acf9abf7-c116-4b83-8cff-9672c66dcb6b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7A523FC-BF82-4EF5-9F25-20E4892A9B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9abf7-c116-4b83-8cff-9672c66dcb6b"/>
    <ds:schemaRef ds:uri="0ee7129e-4925-480d-949a-39847433c3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73</Words>
  <Application>Microsoft Office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Wheatcraft</dc:creator>
  <cp:lastModifiedBy>Grace Woolson</cp:lastModifiedBy>
  <cp:revision>63</cp:revision>
  <dcterms:created xsi:type="dcterms:W3CDTF">2019-05-03T17:26:01Z</dcterms:created>
  <dcterms:modified xsi:type="dcterms:W3CDTF">2025-12-18T16:32:15Z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0x01010098DADE9B5A202A428AD04D9209AEA083</vt:lpwstr>
  </property>
  <property fmtid="{D5CDD505-2E9C-101B-9397-08002B2CF9AE}" pid="3" name="Order">
    <vt:r8>48539200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ediaServiceImageTags">
    <vt:lpwstr/>
  </property>
</Properties>
</file>