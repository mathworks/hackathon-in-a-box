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comments/modernComment_117_FE850078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77" r:id="rId6"/>
    <p:sldId id="278" r:id="rId7"/>
    <p:sldId id="325" r:id="rId8"/>
    <p:sldId id="326" r:id="rId9"/>
    <p:sldId id="327" r:id="rId10"/>
    <p:sldId id="279" r:id="rId11"/>
    <p:sldId id="330" r:id="rId12"/>
    <p:sldId id="328" r:id="rId13"/>
    <p:sldId id="32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6B59484-F29E-440D-96D4-399EA40CEF4D}">
          <p14:sldIdLst>
            <p14:sldId id="256"/>
            <p14:sldId id="277"/>
            <p14:sldId id="278"/>
            <p14:sldId id="325"/>
            <p14:sldId id="326"/>
            <p14:sldId id="327"/>
            <p14:sldId id="279"/>
            <p14:sldId id="330"/>
            <p14:sldId id="328"/>
            <p14:sldId id="32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56D8D04-CF9C-89E8-AC32-89BC1A333750}" name="Grace Woolson" initials="GW" userId="S::gracew@mathworks.com::d66316ce-2f95-4434-a324-dd1cc6260d5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6DAD"/>
    <a:srgbClr val="0D78C9"/>
    <a:srgbClr val="024C84"/>
    <a:srgbClr val="993200"/>
    <a:srgbClr val="4D4E44"/>
    <a:srgbClr val="176338"/>
    <a:srgbClr val="0F5D3F"/>
    <a:srgbClr val="ABC8D1"/>
    <a:srgbClr val="1B3049"/>
    <a:srgbClr val="5D3E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86EC8B-37F2-7D31-409B-2866C8D70BA6}" v="263" dt="2023-07-19T18:12:59.441"/>
    <p1510:client id="{C42D75BA-56F6-000E-E51B-590628BE67AC}" v="145" dt="2023-07-13T19:54:24.370"/>
    <p1510:client id="{EC33D894-DA1B-89C2-DC7F-8FEED9B7443D}" v="601" dt="2023-01-13T21:26:58.915"/>
    <p1510:client id="{FC0B20F5-0544-4D74-BC2B-9DA5DBD7CD56}" v="2" dt="2023-01-13T21:27:40.9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733" autoAdjust="0"/>
  </p:normalViewPr>
  <p:slideViewPr>
    <p:cSldViewPr snapToGrid="0">
      <p:cViewPr varScale="1">
        <p:scale>
          <a:sx n="74" d="100"/>
          <a:sy n="74" d="100"/>
        </p:scale>
        <p:origin x="966" y="294"/>
      </p:cViewPr>
      <p:guideLst>
        <p:guide orient="horz" pos="2160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ce Woolson" userId="d66316ce-2f95-4434-a324-dd1cc6260d5c" providerId="ADAL" clId="{FC0B20F5-0544-4D74-BC2B-9DA5DBD7CD56}"/>
    <pc:docChg chg="modSld">
      <pc:chgData name="Grace Woolson" userId="d66316ce-2f95-4434-a324-dd1cc6260d5c" providerId="ADAL" clId="{FC0B20F5-0544-4D74-BC2B-9DA5DBD7CD56}" dt="2023-01-13T21:27:40.981" v="1"/>
      <pc:docMkLst>
        <pc:docMk/>
      </pc:docMkLst>
      <pc:sldChg chg="modAnim">
        <pc:chgData name="Grace Woolson" userId="d66316ce-2f95-4434-a324-dd1cc6260d5c" providerId="ADAL" clId="{FC0B20F5-0544-4D74-BC2B-9DA5DBD7CD56}" dt="2023-01-13T21:27:40.981" v="1"/>
        <pc:sldMkLst>
          <pc:docMk/>
          <pc:sldMk cId="2527129694" sldId="278"/>
        </pc:sldMkLst>
      </pc:sldChg>
    </pc:docChg>
  </pc:docChgLst>
  <pc:docChgLst>
    <pc:chgData name="Grace Woolson" userId="S::gracew@mathworks.com::d66316ce-2f95-4434-a324-dd1cc6260d5c" providerId="AD" clId="Web-{C42D75BA-56F6-000E-E51B-590628BE67AC}"/>
    <pc:docChg chg="addSld delSld modSld sldOrd addSection delSection modSection">
      <pc:chgData name="Grace Woolson" userId="S::gracew@mathworks.com::d66316ce-2f95-4434-a324-dd1cc6260d5c" providerId="AD" clId="Web-{C42D75BA-56F6-000E-E51B-590628BE67AC}" dt="2023-07-13T19:54:24.370" v="152" actId="20577"/>
      <pc:docMkLst>
        <pc:docMk/>
      </pc:docMkLst>
      <pc:sldChg chg="modSp">
        <pc:chgData name="Grace Woolson" userId="S::gracew@mathworks.com::d66316ce-2f95-4434-a324-dd1cc6260d5c" providerId="AD" clId="Web-{C42D75BA-56F6-000E-E51B-590628BE67AC}" dt="2023-07-13T19:50:37.951" v="100" actId="20577"/>
        <pc:sldMkLst>
          <pc:docMk/>
          <pc:sldMk cId="1626393228" sldId="325"/>
        </pc:sldMkLst>
        <pc:graphicFrameChg chg="modGraphic">
          <ac:chgData name="Grace Woolson" userId="S::gracew@mathworks.com::d66316ce-2f95-4434-a324-dd1cc6260d5c" providerId="AD" clId="Web-{C42D75BA-56F6-000E-E51B-590628BE67AC}" dt="2023-07-13T19:50:37.951" v="100" actId="20577"/>
          <ac:graphicFrameMkLst>
            <pc:docMk/>
            <pc:sldMk cId="1626393228" sldId="325"/>
            <ac:graphicFrameMk id="7" creationId="{08311BC3-359A-D4FC-56E2-1C02E863EB22}"/>
          </ac:graphicFrameMkLst>
        </pc:graphicFrameChg>
      </pc:sldChg>
      <pc:sldChg chg="modSp">
        <pc:chgData name="Grace Woolson" userId="S::gracew@mathworks.com::d66316ce-2f95-4434-a324-dd1cc6260d5c" providerId="AD" clId="Web-{C42D75BA-56F6-000E-E51B-590628BE67AC}" dt="2023-07-13T19:54:24.370" v="152" actId="20577"/>
        <pc:sldMkLst>
          <pc:docMk/>
          <pc:sldMk cId="1317695006" sldId="326"/>
        </pc:sldMkLst>
        <pc:spChg chg="mod">
          <ac:chgData name="Grace Woolson" userId="S::gracew@mathworks.com::d66316ce-2f95-4434-a324-dd1cc6260d5c" providerId="AD" clId="Web-{C42D75BA-56F6-000E-E51B-590628BE67AC}" dt="2023-07-13T19:54:24.370" v="152" actId="20577"/>
          <ac:spMkLst>
            <pc:docMk/>
            <pc:sldMk cId="1317695006" sldId="326"/>
            <ac:spMk id="3" creationId="{5089CEB5-33E0-BE0D-3C35-FF55EF9DEC03}"/>
          </ac:spMkLst>
        </pc:spChg>
      </pc:sldChg>
      <pc:sldChg chg="new del">
        <pc:chgData name="Grace Woolson" userId="S::gracew@mathworks.com::d66316ce-2f95-4434-a324-dd1cc6260d5c" providerId="AD" clId="Web-{C42D75BA-56F6-000E-E51B-590628BE67AC}" dt="2023-07-13T18:54:52.989" v="1"/>
        <pc:sldMkLst>
          <pc:docMk/>
          <pc:sldMk cId="1024990606" sldId="329"/>
        </pc:sldMkLst>
      </pc:sldChg>
      <pc:sldChg chg="addSp modSp add del ord replId">
        <pc:chgData name="Grace Woolson" userId="S::gracew@mathworks.com::d66316ce-2f95-4434-a324-dd1cc6260d5c" providerId="AD" clId="Web-{C42D75BA-56F6-000E-E51B-590628BE67AC}" dt="2023-07-13T18:57:42.712" v="84"/>
        <pc:sldMkLst>
          <pc:docMk/>
          <pc:sldMk cId="1167006352" sldId="329"/>
        </pc:sldMkLst>
        <pc:spChg chg="mod">
          <ac:chgData name="Grace Woolson" userId="S::gracew@mathworks.com::d66316ce-2f95-4434-a324-dd1cc6260d5c" providerId="AD" clId="Web-{C42D75BA-56F6-000E-E51B-590628BE67AC}" dt="2023-07-13T18:55:07.646" v="9" actId="20577"/>
          <ac:spMkLst>
            <pc:docMk/>
            <pc:sldMk cId="1167006352" sldId="329"/>
            <ac:spMk id="2" creationId="{77657C6B-57E8-FB2E-F6B8-AA5B71F35709}"/>
          </ac:spMkLst>
        </pc:spChg>
        <pc:spChg chg="mod">
          <ac:chgData name="Grace Woolson" userId="S::gracew@mathworks.com::d66316ce-2f95-4434-a324-dd1cc6260d5c" providerId="AD" clId="Web-{C42D75BA-56F6-000E-E51B-590628BE67AC}" dt="2023-07-13T18:55:54.835" v="50" actId="14100"/>
          <ac:spMkLst>
            <pc:docMk/>
            <pc:sldMk cId="1167006352" sldId="329"/>
            <ac:spMk id="3" creationId="{0C4243C4-4612-DD9A-388A-89AADD418107}"/>
          </ac:spMkLst>
        </pc:spChg>
        <pc:spChg chg="add mod">
          <ac:chgData name="Grace Woolson" userId="S::gracew@mathworks.com::d66316ce-2f95-4434-a324-dd1cc6260d5c" providerId="AD" clId="Web-{C42D75BA-56F6-000E-E51B-590628BE67AC}" dt="2023-07-13T18:57:29.431" v="82" actId="1076"/>
          <ac:spMkLst>
            <pc:docMk/>
            <pc:sldMk cId="1167006352" sldId="329"/>
            <ac:spMk id="4" creationId="{53F267F5-A23F-238C-36B4-80C5D092C305}"/>
          </ac:spMkLst>
        </pc:spChg>
      </pc:sldChg>
    </pc:docChg>
  </pc:docChgLst>
  <pc:docChgLst>
    <pc:chgData name="Grace Woolson" userId="S::gracew@mathworks.com::d66316ce-2f95-4434-a324-dd1cc6260d5c" providerId="AD" clId="Web-{EC33D894-DA1B-89C2-DC7F-8FEED9B7443D}"/>
    <pc:docChg chg="mod addSld delSld modSld modSection">
      <pc:chgData name="Grace Woolson" userId="S::gracew@mathworks.com::d66316ce-2f95-4434-a324-dd1cc6260d5c" providerId="AD" clId="Web-{EC33D894-DA1B-89C2-DC7F-8FEED9B7443D}" dt="2023-01-13T21:26:57.525" v="585" actId="20577"/>
      <pc:docMkLst>
        <pc:docMk/>
      </pc:docMkLst>
      <pc:sldChg chg="addSp delSp modSp">
        <pc:chgData name="Grace Woolson" userId="S::gracew@mathworks.com::d66316ce-2f95-4434-a324-dd1cc6260d5c" providerId="AD" clId="Web-{EC33D894-DA1B-89C2-DC7F-8FEED9B7443D}" dt="2023-01-13T21:26:31.477" v="577" actId="20577"/>
        <pc:sldMkLst>
          <pc:docMk/>
          <pc:sldMk cId="2467633908" sldId="277"/>
        </pc:sldMkLst>
        <pc:spChg chg="mod">
          <ac:chgData name="Grace Woolson" userId="S::gracew@mathworks.com::d66316ce-2f95-4434-a324-dd1cc6260d5c" providerId="AD" clId="Web-{EC33D894-DA1B-89C2-DC7F-8FEED9B7443D}" dt="2023-01-13T20:59:09.969" v="6" actId="14100"/>
          <ac:spMkLst>
            <pc:docMk/>
            <pc:sldMk cId="2467633908" sldId="277"/>
            <ac:spMk id="2" creationId="{86E3CB82-FD6B-4BFF-87F3-F8B3616953F7}"/>
          </ac:spMkLst>
        </pc:spChg>
        <pc:spChg chg="mod">
          <ac:chgData name="Grace Woolson" userId="S::gracew@mathworks.com::d66316ce-2f95-4434-a324-dd1cc6260d5c" providerId="AD" clId="Web-{EC33D894-DA1B-89C2-DC7F-8FEED9B7443D}" dt="2023-01-13T21:26:31.477" v="577" actId="20577"/>
          <ac:spMkLst>
            <pc:docMk/>
            <pc:sldMk cId="2467633908" sldId="277"/>
            <ac:spMk id="3" creationId="{665E2CFA-3C77-443F-8772-0AA2931F6842}"/>
          </ac:spMkLst>
        </pc:spChg>
        <pc:spChg chg="add del mod">
          <ac:chgData name="Grace Woolson" userId="S::gracew@mathworks.com::d66316ce-2f95-4434-a324-dd1cc6260d5c" providerId="AD" clId="Web-{EC33D894-DA1B-89C2-DC7F-8FEED9B7443D}" dt="2023-01-13T21:02:17.005" v="8"/>
          <ac:spMkLst>
            <pc:docMk/>
            <pc:sldMk cId="2467633908" sldId="277"/>
            <ac:spMk id="5" creationId="{F4C7D008-AB66-D60F-5E59-61B05A1686D3}"/>
          </ac:spMkLst>
        </pc:spChg>
        <pc:picChg chg="add mod ord modCrop">
          <ac:chgData name="Grace Woolson" userId="S::gracew@mathworks.com::d66316ce-2f95-4434-a324-dd1cc6260d5c" providerId="AD" clId="Web-{EC33D894-DA1B-89C2-DC7F-8FEED9B7443D}" dt="2023-01-13T21:03:02.365" v="19" actId="1076"/>
          <ac:picMkLst>
            <pc:docMk/>
            <pc:sldMk cId="2467633908" sldId="277"/>
            <ac:picMk id="6" creationId="{63FFD910-10D6-B8D8-81CD-AC0AFF793A17}"/>
          </ac:picMkLst>
        </pc:picChg>
        <pc:picChg chg="del mod">
          <ac:chgData name="Grace Woolson" userId="S::gracew@mathworks.com::d66316ce-2f95-4434-a324-dd1cc6260d5c" providerId="AD" clId="Web-{EC33D894-DA1B-89C2-DC7F-8FEED9B7443D}" dt="2023-01-13T21:02:15.974" v="7"/>
          <ac:picMkLst>
            <pc:docMk/>
            <pc:sldMk cId="2467633908" sldId="277"/>
            <ac:picMk id="7" creationId="{746D2490-87C8-4169-BD13-C923B0012090}"/>
          </ac:picMkLst>
        </pc:picChg>
      </pc:sldChg>
      <pc:sldChg chg="addSp delSp modSp addAnim delAnim">
        <pc:chgData name="Grace Woolson" userId="S::gracew@mathworks.com::d66316ce-2f95-4434-a324-dd1cc6260d5c" providerId="AD" clId="Web-{EC33D894-DA1B-89C2-DC7F-8FEED9B7443D}" dt="2023-01-13T21:05:31.244" v="91" actId="20577"/>
        <pc:sldMkLst>
          <pc:docMk/>
          <pc:sldMk cId="2527129694" sldId="278"/>
        </pc:sldMkLst>
        <pc:spChg chg="mod">
          <ac:chgData name="Grace Woolson" userId="S::gracew@mathworks.com::d66316ce-2f95-4434-a324-dd1cc6260d5c" providerId="AD" clId="Web-{EC33D894-DA1B-89C2-DC7F-8FEED9B7443D}" dt="2023-01-13T21:03:53.710" v="40" actId="20577"/>
          <ac:spMkLst>
            <pc:docMk/>
            <pc:sldMk cId="2527129694" sldId="278"/>
            <ac:spMk id="2" creationId="{AAF151CB-CD87-4DBA-BFB4-F112E2DAE6DD}"/>
          </ac:spMkLst>
        </pc:spChg>
        <pc:spChg chg="mod">
          <ac:chgData name="Grace Woolson" userId="S::gracew@mathworks.com::d66316ce-2f95-4434-a324-dd1cc6260d5c" providerId="AD" clId="Web-{EC33D894-DA1B-89C2-DC7F-8FEED9B7443D}" dt="2023-01-13T21:05:19.462" v="87" actId="20577"/>
          <ac:spMkLst>
            <pc:docMk/>
            <pc:sldMk cId="2527129694" sldId="278"/>
            <ac:spMk id="3" creationId="{94281756-9E6B-434F-8C7C-7B8585AD93C9}"/>
          </ac:spMkLst>
        </pc:spChg>
        <pc:spChg chg="add mod">
          <ac:chgData name="Grace Woolson" userId="S::gracew@mathworks.com::d66316ce-2f95-4434-a324-dd1cc6260d5c" providerId="AD" clId="Web-{EC33D894-DA1B-89C2-DC7F-8FEED9B7443D}" dt="2023-01-13T21:05:31.244" v="91" actId="20577"/>
          <ac:spMkLst>
            <pc:docMk/>
            <pc:sldMk cId="2527129694" sldId="278"/>
            <ac:spMk id="5" creationId="{50D41B40-D40A-3682-533A-CA85BF64A719}"/>
          </ac:spMkLst>
        </pc:spChg>
        <pc:picChg chg="del">
          <ac:chgData name="Grace Woolson" userId="S::gracew@mathworks.com::d66316ce-2f95-4434-a324-dd1cc6260d5c" providerId="AD" clId="Web-{EC33D894-DA1B-89C2-DC7F-8FEED9B7443D}" dt="2023-01-13T21:05:21.072" v="88"/>
          <ac:picMkLst>
            <pc:docMk/>
            <pc:sldMk cId="2527129694" sldId="278"/>
            <ac:picMk id="8" creationId="{CCD94D18-8B94-49DF-A034-2DA1F6AE27FF}"/>
          </ac:picMkLst>
        </pc:picChg>
      </pc:sldChg>
      <pc:sldChg chg="addSp delSp modSp addCm modCm">
        <pc:chgData name="Grace Woolson" userId="S::gracew@mathworks.com::d66316ce-2f95-4434-a324-dd1cc6260d5c" providerId="AD" clId="Web-{EC33D894-DA1B-89C2-DC7F-8FEED9B7443D}" dt="2023-01-13T21:14:58.789" v="207"/>
        <pc:sldMkLst>
          <pc:docMk/>
          <pc:sldMk cId="4270129272" sldId="279"/>
        </pc:sldMkLst>
        <pc:spChg chg="mod">
          <ac:chgData name="Grace Woolson" userId="S::gracew@mathworks.com::d66316ce-2f95-4434-a324-dd1cc6260d5c" providerId="AD" clId="Web-{EC33D894-DA1B-89C2-DC7F-8FEED9B7443D}" dt="2023-01-13T21:12:00.488" v="201"/>
          <ac:spMkLst>
            <pc:docMk/>
            <pc:sldMk cId="4270129272" sldId="279"/>
            <ac:spMk id="2" creationId="{D8228C2D-07EB-4243-ABA7-8C8CE1DFEAA1}"/>
          </ac:spMkLst>
        </pc:spChg>
        <pc:spChg chg="mod ord">
          <ac:chgData name="Grace Woolson" userId="S::gracew@mathworks.com::d66316ce-2f95-4434-a324-dd1cc6260d5c" providerId="AD" clId="Web-{EC33D894-DA1B-89C2-DC7F-8FEED9B7443D}" dt="2023-01-13T21:12:00.488" v="201"/>
          <ac:spMkLst>
            <pc:docMk/>
            <pc:sldMk cId="4270129272" sldId="279"/>
            <ac:spMk id="3" creationId="{3AFB63A8-EF62-49F7-A799-A2193E816C4B}"/>
          </ac:spMkLst>
        </pc:spChg>
        <pc:spChg chg="add del mod">
          <ac:chgData name="Grace Woolson" userId="S::gracew@mathworks.com::d66316ce-2f95-4434-a324-dd1cc6260d5c" providerId="AD" clId="Web-{EC33D894-DA1B-89C2-DC7F-8FEED9B7443D}" dt="2023-01-13T21:11:50.956" v="200"/>
          <ac:spMkLst>
            <pc:docMk/>
            <pc:sldMk cId="4270129272" sldId="279"/>
            <ac:spMk id="5" creationId="{0316E357-0EE7-FF45-F63E-92AFE1528F34}"/>
          </ac:spMkLst>
        </pc:spChg>
        <pc:spChg chg="add del mod">
          <ac:chgData name="Grace Woolson" userId="S::gracew@mathworks.com::d66316ce-2f95-4434-a324-dd1cc6260d5c" providerId="AD" clId="Web-{EC33D894-DA1B-89C2-DC7F-8FEED9B7443D}" dt="2023-01-13T21:12:34.832" v="205"/>
          <ac:spMkLst>
            <pc:docMk/>
            <pc:sldMk cId="4270129272" sldId="279"/>
            <ac:spMk id="10" creationId="{841C6BE2-6A8F-E42D-EB23-299701FAAC84}"/>
          </ac:spMkLst>
        </pc:spChg>
        <pc:spChg chg="add del mod">
          <ac:chgData name="Grace Woolson" userId="S::gracew@mathworks.com::d66316ce-2f95-4434-a324-dd1cc6260d5c" providerId="AD" clId="Web-{EC33D894-DA1B-89C2-DC7F-8FEED9B7443D}" dt="2023-01-13T21:14:58.789" v="207"/>
          <ac:spMkLst>
            <pc:docMk/>
            <pc:sldMk cId="4270129272" sldId="279"/>
            <ac:spMk id="12" creationId="{CA447E8D-88A6-75CC-D72D-DB85F983508B}"/>
          </ac:spMkLst>
        </pc:spChg>
        <pc:picChg chg="add del mod ord">
          <ac:chgData name="Grace Woolson" userId="S::gracew@mathworks.com::d66316ce-2f95-4434-a324-dd1cc6260d5c" providerId="AD" clId="Web-{EC33D894-DA1B-89C2-DC7F-8FEED9B7443D}" dt="2023-01-13T21:14:57.461" v="206"/>
          <ac:picMkLst>
            <pc:docMk/>
            <pc:sldMk cId="4270129272" sldId="279"/>
            <ac:picMk id="6" creationId="{39A9D680-A4DC-31AD-53D4-0CF3A19316E3}"/>
          </ac:picMkLst>
        </pc:picChg>
        <pc:picChg chg="add del mod">
          <ac:chgData name="Grace Woolson" userId="S::gracew@mathworks.com::d66316ce-2f95-4434-a324-dd1cc6260d5c" providerId="AD" clId="Web-{EC33D894-DA1B-89C2-DC7F-8FEED9B7443D}" dt="2023-01-13T21:12:31.926" v="203"/>
          <ac:picMkLst>
            <pc:docMk/>
            <pc:sldMk cId="4270129272" sldId="279"/>
            <ac:picMk id="7" creationId="{2C655098-2798-75BD-54B5-97BAEBF237DD}"/>
          </ac:picMkLst>
        </pc:picChg>
        <pc:picChg chg="del">
          <ac:chgData name="Grace Woolson" userId="S::gracew@mathworks.com::d66316ce-2f95-4434-a324-dd1cc6260d5c" providerId="AD" clId="Web-{EC33D894-DA1B-89C2-DC7F-8FEED9B7443D}" dt="2023-01-13T21:09:38.219" v="197"/>
          <ac:picMkLst>
            <pc:docMk/>
            <pc:sldMk cId="4270129272" sldId="279"/>
            <ac:picMk id="8" creationId="{8098A7C1-870C-4B99-9BE4-0FE4992B2A7A}"/>
          </ac:picMkLst>
        </pc:picChg>
        <pc:picChg chg="add mod ord">
          <ac:chgData name="Grace Woolson" userId="S::gracew@mathworks.com::d66316ce-2f95-4434-a324-dd1cc6260d5c" providerId="AD" clId="Web-{EC33D894-DA1B-89C2-DC7F-8FEED9B7443D}" dt="2023-01-13T21:14:58.789" v="207"/>
          <ac:picMkLst>
            <pc:docMk/>
            <pc:sldMk cId="4270129272" sldId="279"/>
            <ac:picMk id="13" creationId="{1C85C273-5A2D-0B2E-9AF6-73CFD8163D52}"/>
          </ac:picMkLst>
        </pc:picChg>
      </pc:sldChg>
      <pc:sldChg chg="del">
        <pc:chgData name="Grace Woolson" userId="S::gracew@mathworks.com::d66316ce-2f95-4434-a324-dd1cc6260d5c" providerId="AD" clId="Web-{EC33D894-DA1B-89C2-DC7F-8FEED9B7443D}" dt="2023-01-13T21:16:23.728" v="208"/>
        <pc:sldMkLst>
          <pc:docMk/>
          <pc:sldMk cId="2042766029" sldId="312"/>
        </pc:sldMkLst>
      </pc:sldChg>
      <pc:sldChg chg="modSp">
        <pc:chgData name="Grace Woolson" userId="S::gracew@mathworks.com::d66316ce-2f95-4434-a324-dd1cc6260d5c" providerId="AD" clId="Web-{EC33D894-DA1B-89C2-DC7F-8FEED9B7443D}" dt="2023-01-13T21:26:19.680" v="576" actId="20577"/>
        <pc:sldMkLst>
          <pc:docMk/>
          <pc:sldMk cId="3501913114" sldId="324"/>
        </pc:sldMkLst>
        <pc:spChg chg="mod">
          <ac:chgData name="Grace Woolson" userId="S::gracew@mathworks.com::d66316ce-2f95-4434-a324-dd1cc6260d5c" providerId="AD" clId="Web-{EC33D894-DA1B-89C2-DC7F-8FEED9B7443D}" dt="2023-01-13T21:26:19.680" v="576" actId="20577"/>
          <ac:spMkLst>
            <pc:docMk/>
            <pc:sldMk cId="3501913114" sldId="324"/>
            <ac:spMk id="3" creationId="{4C4932A1-EEEA-4263-83AE-5219AE24C5BE}"/>
          </ac:spMkLst>
        </pc:spChg>
      </pc:sldChg>
      <pc:sldChg chg="addSp delSp modSp new">
        <pc:chgData name="Grace Woolson" userId="S::gracew@mathworks.com::d66316ce-2f95-4434-a324-dd1cc6260d5c" providerId="AD" clId="Web-{EC33D894-DA1B-89C2-DC7F-8FEED9B7443D}" dt="2023-01-13T21:23:09.910" v="333" actId="1076"/>
        <pc:sldMkLst>
          <pc:docMk/>
          <pc:sldMk cId="1626393228" sldId="325"/>
        </pc:sldMkLst>
        <pc:spChg chg="mod">
          <ac:chgData name="Grace Woolson" userId="S::gracew@mathworks.com::d66316ce-2f95-4434-a324-dd1cc6260d5c" providerId="AD" clId="Web-{EC33D894-DA1B-89C2-DC7F-8FEED9B7443D}" dt="2023-01-13T21:16:41.447" v="213" actId="20577"/>
          <ac:spMkLst>
            <pc:docMk/>
            <pc:sldMk cId="1626393228" sldId="325"/>
            <ac:spMk id="2" creationId="{A166E1F3-87CC-9441-1223-B1C3AA7AB73E}"/>
          </ac:spMkLst>
        </pc:spChg>
        <pc:spChg chg="del mod">
          <ac:chgData name="Grace Woolson" userId="S::gracew@mathworks.com::d66316ce-2f95-4434-a324-dd1cc6260d5c" providerId="AD" clId="Web-{EC33D894-DA1B-89C2-DC7F-8FEED9B7443D}" dt="2023-01-13T21:22:31.784" v="328"/>
          <ac:spMkLst>
            <pc:docMk/>
            <pc:sldMk cId="1626393228" sldId="325"/>
            <ac:spMk id="3" creationId="{F8D22DE5-E1FE-0AA1-6943-D85EF30E4142}"/>
          </ac:spMkLst>
        </pc:spChg>
        <pc:spChg chg="del">
          <ac:chgData name="Grace Woolson" userId="S::gracew@mathworks.com::d66316ce-2f95-4434-a324-dd1cc6260d5c" providerId="AD" clId="Web-{EC33D894-DA1B-89C2-DC7F-8FEED9B7443D}" dt="2023-01-13T21:20:19" v="247"/>
          <ac:spMkLst>
            <pc:docMk/>
            <pc:sldMk cId="1626393228" sldId="325"/>
            <ac:spMk id="4" creationId="{37DF9CE8-141A-8388-9BFB-17C8801F602C}"/>
          </ac:spMkLst>
        </pc:spChg>
        <pc:graphicFrameChg chg="add">
          <ac:chgData name="Grace Woolson" userId="S::gracew@mathworks.com::d66316ce-2f95-4434-a324-dd1cc6260d5c" providerId="AD" clId="Web-{EC33D894-DA1B-89C2-DC7F-8FEED9B7443D}" dt="2023-01-13T21:22:31.784" v="328"/>
          <ac:graphicFrameMkLst>
            <pc:docMk/>
            <pc:sldMk cId="1626393228" sldId="325"/>
            <ac:graphicFrameMk id="7" creationId="{08311BC3-359A-D4FC-56E2-1C02E863EB22}"/>
          </ac:graphicFrameMkLst>
        </pc:graphicFrameChg>
        <pc:picChg chg="add mod ord">
          <ac:chgData name="Grace Woolson" userId="S::gracew@mathworks.com::d66316ce-2f95-4434-a324-dd1cc6260d5c" providerId="AD" clId="Web-{EC33D894-DA1B-89C2-DC7F-8FEED9B7443D}" dt="2023-01-13T21:23:09.910" v="333" actId="1076"/>
          <ac:picMkLst>
            <pc:docMk/>
            <pc:sldMk cId="1626393228" sldId="325"/>
            <ac:picMk id="5" creationId="{AC2968F0-D8B0-3C51-16EA-5F26E21A986F}"/>
          </ac:picMkLst>
        </pc:picChg>
      </pc:sldChg>
      <pc:sldChg chg="delSp modSp new">
        <pc:chgData name="Grace Woolson" userId="S::gracew@mathworks.com::d66316ce-2f95-4434-a324-dd1cc6260d5c" providerId="AD" clId="Web-{EC33D894-DA1B-89C2-DC7F-8FEED9B7443D}" dt="2023-01-13T21:25:44.398" v="529" actId="20577"/>
        <pc:sldMkLst>
          <pc:docMk/>
          <pc:sldMk cId="1317695006" sldId="326"/>
        </pc:sldMkLst>
        <pc:spChg chg="mod">
          <ac:chgData name="Grace Woolson" userId="S::gracew@mathworks.com::d66316ce-2f95-4434-a324-dd1cc6260d5c" providerId="AD" clId="Web-{EC33D894-DA1B-89C2-DC7F-8FEED9B7443D}" dt="2023-01-13T21:16:53.401" v="218" actId="20577"/>
          <ac:spMkLst>
            <pc:docMk/>
            <pc:sldMk cId="1317695006" sldId="326"/>
            <ac:spMk id="2" creationId="{ED0762FB-6DEB-BE3B-081B-B24918EAB430}"/>
          </ac:spMkLst>
        </pc:spChg>
        <pc:spChg chg="mod">
          <ac:chgData name="Grace Woolson" userId="S::gracew@mathworks.com::d66316ce-2f95-4434-a324-dd1cc6260d5c" providerId="AD" clId="Web-{EC33D894-DA1B-89C2-DC7F-8FEED9B7443D}" dt="2023-01-13T21:25:44.398" v="529" actId="20577"/>
          <ac:spMkLst>
            <pc:docMk/>
            <pc:sldMk cId="1317695006" sldId="326"/>
            <ac:spMk id="3" creationId="{5089CEB5-33E0-BE0D-3C35-FF55EF9DEC03}"/>
          </ac:spMkLst>
        </pc:spChg>
        <pc:spChg chg="del mod">
          <ac:chgData name="Grace Woolson" userId="S::gracew@mathworks.com::d66316ce-2f95-4434-a324-dd1cc6260d5c" providerId="AD" clId="Web-{EC33D894-DA1B-89C2-DC7F-8FEED9B7443D}" dt="2023-01-13T21:24:00.630" v="386"/>
          <ac:spMkLst>
            <pc:docMk/>
            <pc:sldMk cId="1317695006" sldId="326"/>
            <ac:spMk id="4" creationId="{B43F1B4C-A4DE-F1F4-9347-EB06FBAA7B6D}"/>
          </ac:spMkLst>
        </pc:spChg>
      </pc:sldChg>
      <pc:sldChg chg="delSp modSp new">
        <pc:chgData name="Grace Woolson" userId="S::gracew@mathworks.com::d66316ce-2f95-4434-a324-dd1cc6260d5c" providerId="AD" clId="Web-{EC33D894-DA1B-89C2-DC7F-8FEED9B7443D}" dt="2023-01-13T21:19:10.701" v="246" actId="20577"/>
        <pc:sldMkLst>
          <pc:docMk/>
          <pc:sldMk cId="1708541284" sldId="327"/>
        </pc:sldMkLst>
        <pc:spChg chg="mod">
          <ac:chgData name="Grace Woolson" userId="S::gracew@mathworks.com::d66316ce-2f95-4434-a324-dd1cc6260d5c" providerId="AD" clId="Web-{EC33D894-DA1B-89C2-DC7F-8FEED9B7443D}" dt="2023-01-13T21:17:02.089" v="220" actId="20577"/>
          <ac:spMkLst>
            <pc:docMk/>
            <pc:sldMk cId="1708541284" sldId="327"/>
            <ac:spMk id="2" creationId="{77657C6B-57E8-FB2E-F6B8-AA5B71F35709}"/>
          </ac:spMkLst>
        </pc:spChg>
        <pc:spChg chg="mod">
          <ac:chgData name="Grace Woolson" userId="S::gracew@mathworks.com::d66316ce-2f95-4434-a324-dd1cc6260d5c" providerId="AD" clId="Web-{EC33D894-DA1B-89C2-DC7F-8FEED9B7443D}" dt="2023-01-13T21:19:10.701" v="246" actId="20577"/>
          <ac:spMkLst>
            <pc:docMk/>
            <pc:sldMk cId="1708541284" sldId="327"/>
            <ac:spMk id="3" creationId="{0C4243C4-4612-DD9A-388A-89AADD418107}"/>
          </ac:spMkLst>
        </pc:spChg>
        <pc:spChg chg="del">
          <ac:chgData name="Grace Woolson" userId="S::gracew@mathworks.com::d66316ce-2f95-4434-a324-dd1cc6260d5c" providerId="AD" clId="Web-{EC33D894-DA1B-89C2-DC7F-8FEED9B7443D}" dt="2023-01-13T21:17:05.214" v="221"/>
          <ac:spMkLst>
            <pc:docMk/>
            <pc:sldMk cId="1708541284" sldId="327"/>
            <ac:spMk id="4" creationId="{510E1E41-5C34-5AAE-52EF-BB04EAD7FB1D}"/>
          </ac:spMkLst>
        </pc:spChg>
      </pc:sldChg>
      <pc:sldChg chg="new del">
        <pc:chgData name="Grace Woolson" userId="S::gracew@mathworks.com::d66316ce-2f95-4434-a324-dd1cc6260d5c" providerId="AD" clId="Web-{EC33D894-DA1B-89C2-DC7F-8FEED9B7443D}" dt="2023-01-13T21:26:51.196" v="579"/>
        <pc:sldMkLst>
          <pc:docMk/>
          <pc:sldMk cId="2079999045" sldId="328"/>
        </pc:sldMkLst>
      </pc:sldChg>
      <pc:sldChg chg="modSp new">
        <pc:chgData name="Grace Woolson" userId="S::gracew@mathworks.com::d66316ce-2f95-4434-a324-dd1cc6260d5c" providerId="AD" clId="Web-{EC33D894-DA1B-89C2-DC7F-8FEED9B7443D}" dt="2023-01-13T21:26:57.525" v="585" actId="20577"/>
        <pc:sldMkLst>
          <pc:docMk/>
          <pc:sldMk cId="3801884914" sldId="328"/>
        </pc:sldMkLst>
        <pc:spChg chg="mod">
          <ac:chgData name="Grace Woolson" userId="S::gracew@mathworks.com::d66316ce-2f95-4434-a324-dd1cc6260d5c" providerId="AD" clId="Web-{EC33D894-DA1B-89C2-DC7F-8FEED9B7443D}" dt="2023-01-13T21:26:57.525" v="585" actId="20577"/>
          <ac:spMkLst>
            <pc:docMk/>
            <pc:sldMk cId="3801884914" sldId="328"/>
            <ac:spMk id="2" creationId="{AAF873A2-183C-972C-A486-4C51829D9095}"/>
          </ac:spMkLst>
        </pc:spChg>
      </pc:sldChg>
    </pc:docChg>
  </pc:docChgLst>
  <pc:docChgLst>
    <pc:chgData name="Grace Woolson" userId="d66316ce-2f95-4434-a324-dd1cc6260d5c" providerId="ADAL" clId="{077CB072-6C68-476A-9E0C-9EEE5F3E7FB8}"/>
    <pc:docChg chg="undo custSel delSld modSld addSection delSection modSection">
      <pc:chgData name="Grace Woolson" userId="d66316ce-2f95-4434-a324-dd1cc6260d5c" providerId="ADAL" clId="{077CB072-6C68-476A-9E0C-9EEE5F3E7FB8}" dt="2022-12-01T21:11:55.472" v="258" actId="14100"/>
      <pc:docMkLst>
        <pc:docMk/>
      </pc:docMkLst>
      <pc:sldChg chg="modSp mod">
        <pc:chgData name="Grace Woolson" userId="d66316ce-2f95-4434-a324-dd1cc6260d5c" providerId="ADAL" clId="{077CB072-6C68-476A-9E0C-9EEE5F3E7FB8}" dt="2022-12-01T21:06:08.833" v="121" actId="20577"/>
        <pc:sldMkLst>
          <pc:docMk/>
          <pc:sldMk cId="0" sldId="256"/>
        </pc:sldMkLst>
        <pc:spChg chg="mod">
          <ac:chgData name="Grace Woolson" userId="d66316ce-2f95-4434-a324-dd1cc6260d5c" providerId="ADAL" clId="{077CB072-6C68-476A-9E0C-9EEE5F3E7FB8}" dt="2022-12-01T21:05:56.325" v="68" actId="242"/>
          <ac:spMkLst>
            <pc:docMk/>
            <pc:sldMk cId="0" sldId="256"/>
            <ac:spMk id="2" creationId="{00000000-0000-0000-0000-000000000000}"/>
          </ac:spMkLst>
        </pc:spChg>
        <pc:spChg chg="mod">
          <ac:chgData name="Grace Woolson" userId="d66316ce-2f95-4434-a324-dd1cc6260d5c" providerId="ADAL" clId="{077CB072-6C68-476A-9E0C-9EEE5F3E7FB8}" dt="2022-12-01T21:06:08.833" v="121" actId="20577"/>
          <ac:spMkLst>
            <pc:docMk/>
            <pc:sldMk cId="0" sldId="256"/>
            <ac:spMk id="3" creationId="{00000000-0000-0000-0000-000000000000}"/>
          </ac:spMkLst>
        </pc:spChg>
      </pc:sldChg>
      <pc:sldChg chg="del">
        <pc:chgData name="Grace Woolson" userId="d66316ce-2f95-4434-a324-dd1cc6260d5c" providerId="ADAL" clId="{077CB072-6C68-476A-9E0C-9EEE5F3E7FB8}" dt="2022-12-01T21:10:11.156" v="231" actId="47"/>
        <pc:sldMkLst>
          <pc:docMk/>
          <pc:sldMk cId="3162698431" sldId="258"/>
        </pc:sldMkLst>
      </pc:sldChg>
      <pc:sldChg chg="del">
        <pc:chgData name="Grace Woolson" userId="d66316ce-2f95-4434-a324-dd1cc6260d5c" providerId="ADAL" clId="{077CB072-6C68-476A-9E0C-9EEE5F3E7FB8}" dt="2022-12-01T21:10:55.006" v="238" actId="47"/>
        <pc:sldMkLst>
          <pc:docMk/>
          <pc:sldMk cId="1835431350" sldId="272"/>
        </pc:sldMkLst>
      </pc:sldChg>
      <pc:sldChg chg="del">
        <pc:chgData name="Grace Woolson" userId="d66316ce-2f95-4434-a324-dd1cc6260d5c" providerId="ADAL" clId="{077CB072-6C68-476A-9E0C-9EEE5F3E7FB8}" dt="2022-12-01T21:10:58.512" v="240" actId="47"/>
        <pc:sldMkLst>
          <pc:docMk/>
          <pc:sldMk cId="3453436373" sldId="273"/>
        </pc:sldMkLst>
      </pc:sldChg>
      <pc:sldChg chg="modSp mod">
        <pc:chgData name="Grace Woolson" userId="d66316ce-2f95-4434-a324-dd1cc6260d5c" providerId="ADAL" clId="{077CB072-6C68-476A-9E0C-9EEE5F3E7FB8}" dt="2022-12-01T21:11:55.472" v="258" actId="14100"/>
        <pc:sldMkLst>
          <pc:docMk/>
          <pc:sldMk cId="2467633908" sldId="277"/>
        </pc:sldMkLst>
        <pc:spChg chg="mod">
          <ac:chgData name="Grace Woolson" userId="d66316ce-2f95-4434-a324-dd1cc6260d5c" providerId="ADAL" clId="{077CB072-6C68-476A-9E0C-9EEE5F3E7FB8}" dt="2022-12-01T21:11:55.472" v="258" actId="14100"/>
          <ac:spMkLst>
            <pc:docMk/>
            <pc:sldMk cId="2467633908" sldId="277"/>
            <ac:spMk id="3" creationId="{665E2CFA-3C77-443F-8772-0AA2931F6842}"/>
          </ac:spMkLst>
        </pc:spChg>
      </pc:sldChg>
      <pc:sldChg chg="del">
        <pc:chgData name="Grace Woolson" userId="d66316ce-2f95-4434-a324-dd1cc6260d5c" providerId="ADAL" clId="{077CB072-6C68-476A-9E0C-9EEE5F3E7FB8}" dt="2022-12-01T21:10:15.371" v="232" actId="47"/>
        <pc:sldMkLst>
          <pc:docMk/>
          <pc:sldMk cId="1136776311" sldId="281"/>
        </pc:sldMkLst>
      </pc:sldChg>
      <pc:sldChg chg="del">
        <pc:chgData name="Grace Woolson" userId="d66316ce-2f95-4434-a324-dd1cc6260d5c" providerId="ADAL" clId="{077CB072-6C68-476A-9E0C-9EEE5F3E7FB8}" dt="2022-12-01T21:10:18.698" v="233" actId="47"/>
        <pc:sldMkLst>
          <pc:docMk/>
          <pc:sldMk cId="239777541" sldId="285"/>
        </pc:sldMkLst>
      </pc:sldChg>
      <pc:sldChg chg="del">
        <pc:chgData name="Grace Woolson" userId="d66316ce-2f95-4434-a324-dd1cc6260d5c" providerId="ADAL" clId="{077CB072-6C68-476A-9E0C-9EEE5F3E7FB8}" dt="2022-12-01T21:11:01.018" v="242" actId="47"/>
        <pc:sldMkLst>
          <pc:docMk/>
          <pc:sldMk cId="1307818450" sldId="291"/>
        </pc:sldMkLst>
      </pc:sldChg>
      <pc:sldChg chg="del">
        <pc:chgData name="Grace Woolson" userId="d66316ce-2f95-4434-a324-dd1cc6260d5c" providerId="ADAL" clId="{077CB072-6C68-476A-9E0C-9EEE5F3E7FB8}" dt="2022-12-01T21:11:01.762" v="243" actId="47"/>
        <pc:sldMkLst>
          <pc:docMk/>
          <pc:sldMk cId="3981514138" sldId="292"/>
        </pc:sldMkLst>
      </pc:sldChg>
      <pc:sldChg chg="del">
        <pc:chgData name="Grace Woolson" userId="d66316ce-2f95-4434-a324-dd1cc6260d5c" providerId="ADAL" clId="{077CB072-6C68-476A-9E0C-9EEE5F3E7FB8}" dt="2022-12-01T21:11:02.812" v="244" actId="47"/>
        <pc:sldMkLst>
          <pc:docMk/>
          <pc:sldMk cId="3858971722" sldId="293"/>
        </pc:sldMkLst>
      </pc:sldChg>
      <pc:sldChg chg="del">
        <pc:chgData name="Grace Woolson" userId="d66316ce-2f95-4434-a324-dd1cc6260d5c" providerId="ADAL" clId="{077CB072-6C68-476A-9E0C-9EEE5F3E7FB8}" dt="2022-12-01T21:11:04.387" v="245" actId="47"/>
        <pc:sldMkLst>
          <pc:docMk/>
          <pc:sldMk cId="2937327354" sldId="294"/>
        </pc:sldMkLst>
      </pc:sldChg>
      <pc:sldChg chg="del">
        <pc:chgData name="Grace Woolson" userId="d66316ce-2f95-4434-a324-dd1cc6260d5c" providerId="ADAL" clId="{077CB072-6C68-476A-9E0C-9EEE5F3E7FB8}" dt="2022-12-01T21:10:53.106" v="237" actId="47"/>
        <pc:sldMkLst>
          <pc:docMk/>
          <pc:sldMk cId="193027851" sldId="296"/>
        </pc:sldMkLst>
      </pc:sldChg>
      <pc:sldChg chg="del">
        <pc:chgData name="Grace Woolson" userId="d66316ce-2f95-4434-a324-dd1cc6260d5c" providerId="ADAL" clId="{077CB072-6C68-476A-9E0C-9EEE5F3E7FB8}" dt="2022-12-01T21:10:51.783" v="236" actId="47"/>
        <pc:sldMkLst>
          <pc:docMk/>
          <pc:sldMk cId="1786407722" sldId="301"/>
        </pc:sldMkLst>
      </pc:sldChg>
      <pc:sldChg chg="del">
        <pc:chgData name="Grace Woolson" userId="d66316ce-2f95-4434-a324-dd1cc6260d5c" providerId="ADAL" clId="{077CB072-6C68-476A-9E0C-9EEE5F3E7FB8}" dt="2022-12-01T21:11:05.195" v="246" actId="47"/>
        <pc:sldMkLst>
          <pc:docMk/>
          <pc:sldMk cId="1943742390" sldId="306"/>
        </pc:sldMkLst>
      </pc:sldChg>
      <pc:sldChg chg="del">
        <pc:chgData name="Grace Woolson" userId="d66316ce-2f95-4434-a324-dd1cc6260d5c" providerId="ADAL" clId="{077CB072-6C68-476A-9E0C-9EEE5F3E7FB8}" dt="2022-12-01T21:10:59.773" v="241" actId="47"/>
        <pc:sldMkLst>
          <pc:docMk/>
          <pc:sldMk cId="2966698033" sldId="307"/>
        </pc:sldMkLst>
      </pc:sldChg>
      <pc:sldChg chg="del">
        <pc:chgData name="Grace Woolson" userId="d66316ce-2f95-4434-a324-dd1cc6260d5c" providerId="ADAL" clId="{077CB072-6C68-476A-9E0C-9EEE5F3E7FB8}" dt="2022-12-01T21:11:16.489" v="248" actId="47"/>
        <pc:sldMkLst>
          <pc:docMk/>
          <pc:sldMk cId="1180576744" sldId="310"/>
        </pc:sldMkLst>
      </pc:sldChg>
      <pc:sldChg chg="del">
        <pc:chgData name="Grace Woolson" userId="d66316ce-2f95-4434-a324-dd1cc6260d5c" providerId="ADAL" clId="{077CB072-6C68-476A-9E0C-9EEE5F3E7FB8}" dt="2022-12-01T21:11:13.483" v="247" actId="47"/>
        <pc:sldMkLst>
          <pc:docMk/>
          <pc:sldMk cId="69937414" sldId="311"/>
        </pc:sldMkLst>
      </pc:sldChg>
      <pc:sldChg chg="del">
        <pc:chgData name="Grace Woolson" userId="d66316ce-2f95-4434-a324-dd1cc6260d5c" providerId="ADAL" clId="{077CB072-6C68-476A-9E0C-9EEE5F3E7FB8}" dt="2022-12-01T21:10:23.307" v="234" actId="47"/>
        <pc:sldMkLst>
          <pc:docMk/>
          <pc:sldMk cId="2039444533" sldId="313"/>
        </pc:sldMkLst>
      </pc:sldChg>
      <pc:sldChg chg="del">
        <pc:chgData name="Grace Woolson" userId="d66316ce-2f95-4434-a324-dd1cc6260d5c" providerId="ADAL" clId="{077CB072-6C68-476A-9E0C-9EEE5F3E7FB8}" dt="2022-12-01T21:10:56.224" v="239" actId="47"/>
        <pc:sldMkLst>
          <pc:docMk/>
          <pc:sldMk cId="2459317835" sldId="314"/>
        </pc:sldMkLst>
      </pc:sldChg>
      <pc:sldChg chg="del">
        <pc:chgData name="Grace Woolson" userId="d66316ce-2f95-4434-a324-dd1cc6260d5c" providerId="ADAL" clId="{077CB072-6C68-476A-9E0C-9EEE5F3E7FB8}" dt="2022-12-01T21:06:45.014" v="124" actId="18676"/>
        <pc:sldMkLst>
          <pc:docMk/>
          <pc:sldMk cId="2166522266" sldId="315"/>
        </pc:sldMkLst>
      </pc:sldChg>
      <pc:sldChg chg="del">
        <pc:chgData name="Grace Woolson" userId="d66316ce-2f95-4434-a324-dd1cc6260d5c" providerId="ADAL" clId="{077CB072-6C68-476A-9E0C-9EEE5F3E7FB8}" dt="2022-12-01T21:10:50.259" v="235" actId="47"/>
        <pc:sldMkLst>
          <pc:docMk/>
          <pc:sldMk cId="1013223947" sldId="316"/>
        </pc:sldMkLst>
      </pc:sldChg>
      <pc:sldChg chg="del">
        <pc:chgData name="Grace Woolson" userId="d66316ce-2f95-4434-a324-dd1cc6260d5c" providerId="ADAL" clId="{077CB072-6C68-476A-9E0C-9EEE5F3E7FB8}" dt="2022-12-01T21:06:45.014" v="124" actId="18676"/>
        <pc:sldMkLst>
          <pc:docMk/>
          <pc:sldMk cId="3084128449" sldId="317"/>
        </pc:sldMkLst>
      </pc:sldChg>
      <pc:sldChg chg="del">
        <pc:chgData name="Grace Woolson" userId="d66316ce-2f95-4434-a324-dd1cc6260d5c" providerId="ADAL" clId="{077CB072-6C68-476A-9E0C-9EEE5F3E7FB8}" dt="2022-12-01T21:06:45.014" v="124" actId="18676"/>
        <pc:sldMkLst>
          <pc:docMk/>
          <pc:sldMk cId="2036836374" sldId="318"/>
        </pc:sldMkLst>
      </pc:sldChg>
      <pc:sldChg chg="del">
        <pc:chgData name="Grace Woolson" userId="d66316ce-2f95-4434-a324-dd1cc6260d5c" providerId="ADAL" clId="{077CB072-6C68-476A-9E0C-9EEE5F3E7FB8}" dt="2022-12-01T21:06:45.014" v="124" actId="18676"/>
        <pc:sldMkLst>
          <pc:docMk/>
          <pc:sldMk cId="2894665114" sldId="319"/>
        </pc:sldMkLst>
      </pc:sldChg>
      <pc:sldChg chg="del">
        <pc:chgData name="Grace Woolson" userId="d66316ce-2f95-4434-a324-dd1cc6260d5c" providerId="ADAL" clId="{077CB072-6C68-476A-9E0C-9EEE5F3E7FB8}" dt="2022-12-01T21:06:45.014" v="124" actId="18676"/>
        <pc:sldMkLst>
          <pc:docMk/>
          <pc:sldMk cId="2094875280" sldId="320"/>
        </pc:sldMkLst>
      </pc:sldChg>
      <pc:sldChg chg="del">
        <pc:chgData name="Grace Woolson" userId="d66316ce-2f95-4434-a324-dd1cc6260d5c" providerId="ADAL" clId="{077CB072-6C68-476A-9E0C-9EEE5F3E7FB8}" dt="2022-12-01T21:06:45.014" v="124" actId="18676"/>
        <pc:sldMkLst>
          <pc:docMk/>
          <pc:sldMk cId="957196795" sldId="321"/>
        </pc:sldMkLst>
      </pc:sldChg>
      <pc:sldChg chg="del">
        <pc:chgData name="Grace Woolson" userId="d66316ce-2f95-4434-a324-dd1cc6260d5c" providerId="ADAL" clId="{077CB072-6C68-476A-9E0C-9EEE5F3E7FB8}" dt="2022-12-01T21:06:45.014" v="124" actId="18676"/>
        <pc:sldMkLst>
          <pc:docMk/>
          <pc:sldMk cId="541562492" sldId="322"/>
        </pc:sldMkLst>
      </pc:sldChg>
      <pc:sldChg chg="del">
        <pc:chgData name="Grace Woolson" userId="d66316ce-2f95-4434-a324-dd1cc6260d5c" providerId="ADAL" clId="{077CB072-6C68-476A-9E0C-9EEE5F3E7FB8}" dt="2022-12-01T21:06:45.014" v="124" actId="18676"/>
        <pc:sldMkLst>
          <pc:docMk/>
          <pc:sldMk cId="4247760382" sldId="323"/>
        </pc:sldMkLst>
      </pc:sldChg>
      <pc:sldChg chg="modSp mod">
        <pc:chgData name="Grace Woolson" userId="d66316ce-2f95-4434-a324-dd1cc6260d5c" providerId="ADAL" clId="{077CB072-6C68-476A-9E0C-9EEE5F3E7FB8}" dt="2022-12-01T20:45:55.688" v="30" actId="20577"/>
        <pc:sldMkLst>
          <pc:docMk/>
          <pc:sldMk cId="3501913114" sldId="324"/>
        </pc:sldMkLst>
        <pc:spChg chg="mod">
          <ac:chgData name="Grace Woolson" userId="d66316ce-2f95-4434-a324-dd1cc6260d5c" providerId="ADAL" clId="{077CB072-6C68-476A-9E0C-9EEE5F3E7FB8}" dt="2022-12-01T20:45:55.688" v="30" actId="20577"/>
          <ac:spMkLst>
            <pc:docMk/>
            <pc:sldMk cId="3501913114" sldId="324"/>
            <ac:spMk id="3" creationId="{4C4932A1-EEEA-4263-83AE-5219AE24C5BE}"/>
          </ac:spMkLst>
        </pc:spChg>
      </pc:sldChg>
      <pc:sldChg chg="del">
        <pc:chgData name="Grace Woolson" userId="d66316ce-2f95-4434-a324-dd1cc6260d5c" providerId="ADAL" clId="{077CB072-6C68-476A-9E0C-9EEE5F3E7FB8}" dt="2022-12-01T21:06:45.014" v="124" actId="18676"/>
        <pc:sldMkLst>
          <pc:docMk/>
          <pc:sldMk cId="1711925360" sldId="325"/>
        </pc:sldMkLst>
      </pc:sldChg>
    </pc:docChg>
  </pc:docChgLst>
  <pc:docChgLst>
    <pc:chgData name="Grace Woolson" userId="S::gracew@mathworks.com::d66316ce-2f95-4434-a324-dd1cc6260d5c" providerId="AD" clId="Web-{1F86EC8B-37F2-7D31-409B-2866C8D70BA6}"/>
    <pc:docChg chg="addSld modSld modSection">
      <pc:chgData name="Grace Woolson" userId="S::gracew@mathworks.com::d66316ce-2f95-4434-a324-dd1cc6260d5c" providerId="AD" clId="Web-{1F86EC8B-37F2-7D31-409B-2866C8D70BA6}" dt="2023-07-19T18:12:59.441" v="261" actId="20577"/>
      <pc:docMkLst>
        <pc:docMk/>
      </pc:docMkLst>
      <pc:sldChg chg="modSp">
        <pc:chgData name="Grace Woolson" userId="S::gracew@mathworks.com::d66316ce-2f95-4434-a324-dd1cc6260d5c" providerId="AD" clId="Web-{1F86EC8B-37F2-7D31-409B-2866C8D70BA6}" dt="2023-07-19T17:54:20.979" v="46" actId="20577"/>
        <pc:sldMkLst>
          <pc:docMk/>
          <pc:sldMk cId="1317695006" sldId="326"/>
        </pc:sldMkLst>
        <pc:spChg chg="mod">
          <ac:chgData name="Grace Woolson" userId="S::gracew@mathworks.com::d66316ce-2f95-4434-a324-dd1cc6260d5c" providerId="AD" clId="Web-{1F86EC8B-37F2-7D31-409B-2866C8D70BA6}" dt="2023-07-19T17:54:20.979" v="46" actId="20577"/>
          <ac:spMkLst>
            <pc:docMk/>
            <pc:sldMk cId="1317695006" sldId="326"/>
            <ac:spMk id="3" creationId="{5089CEB5-33E0-BE0D-3C35-FF55EF9DEC03}"/>
          </ac:spMkLst>
        </pc:spChg>
      </pc:sldChg>
      <pc:sldChg chg="modSp">
        <pc:chgData name="Grace Woolson" userId="S::gracew@mathworks.com::d66316ce-2f95-4434-a324-dd1cc6260d5c" providerId="AD" clId="Web-{1F86EC8B-37F2-7D31-409B-2866C8D70BA6}" dt="2023-07-19T17:54:49.948" v="47" actId="14100"/>
        <pc:sldMkLst>
          <pc:docMk/>
          <pc:sldMk cId="1167006352" sldId="329"/>
        </pc:sldMkLst>
        <pc:spChg chg="mod">
          <ac:chgData name="Grace Woolson" userId="S::gracew@mathworks.com::d66316ce-2f95-4434-a324-dd1cc6260d5c" providerId="AD" clId="Web-{1F86EC8B-37F2-7D31-409B-2866C8D70BA6}" dt="2023-07-19T17:54:49.948" v="47" actId="14100"/>
          <ac:spMkLst>
            <pc:docMk/>
            <pc:sldMk cId="1167006352" sldId="329"/>
            <ac:spMk id="3" creationId="{0C4243C4-4612-DD9A-388A-89AADD418107}"/>
          </ac:spMkLst>
        </pc:spChg>
      </pc:sldChg>
      <pc:sldChg chg="addSp delSp modSp new mod modClrScheme chgLayout">
        <pc:chgData name="Grace Woolson" userId="S::gracew@mathworks.com::d66316ce-2f95-4434-a324-dd1cc6260d5c" providerId="AD" clId="Web-{1F86EC8B-37F2-7D31-409B-2866C8D70BA6}" dt="2023-07-19T18:12:59.441" v="261" actId="20577"/>
        <pc:sldMkLst>
          <pc:docMk/>
          <pc:sldMk cId="1346544918" sldId="330"/>
        </pc:sldMkLst>
        <pc:spChg chg="mod">
          <ac:chgData name="Grace Woolson" userId="S::gracew@mathworks.com::d66316ce-2f95-4434-a324-dd1cc6260d5c" providerId="AD" clId="Web-{1F86EC8B-37F2-7D31-409B-2866C8D70BA6}" dt="2023-07-19T18:06:37.995" v="167"/>
          <ac:spMkLst>
            <pc:docMk/>
            <pc:sldMk cId="1346544918" sldId="330"/>
            <ac:spMk id="2" creationId="{DEE8559F-DDB6-6E24-A330-7DD7633A2882}"/>
          </ac:spMkLst>
        </pc:spChg>
        <pc:spChg chg="add del mod">
          <ac:chgData name="Grace Woolson" userId="S::gracew@mathworks.com::d66316ce-2f95-4434-a324-dd1cc6260d5c" providerId="AD" clId="Web-{1F86EC8B-37F2-7D31-409B-2866C8D70BA6}" dt="2023-07-19T18:12:59.441" v="261" actId="20577"/>
          <ac:spMkLst>
            <pc:docMk/>
            <pc:sldMk cId="1346544918" sldId="330"/>
            <ac:spMk id="3" creationId="{97396429-14EE-3772-48B7-EF0DAAC82ABE}"/>
          </ac:spMkLst>
        </pc:spChg>
        <pc:spChg chg="del mod">
          <ac:chgData name="Grace Woolson" userId="S::gracew@mathworks.com::d66316ce-2f95-4434-a324-dd1cc6260d5c" providerId="AD" clId="Web-{1F86EC8B-37F2-7D31-409B-2866C8D70BA6}" dt="2023-07-19T18:04:28.586" v="149"/>
          <ac:spMkLst>
            <pc:docMk/>
            <pc:sldMk cId="1346544918" sldId="330"/>
            <ac:spMk id="4" creationId="{ED31A85F-7A65-D4B2-F4D6-D229A6C25F10}"/>
          </ac:spMkLst>
        </pc:spChg>
        <pc:spChg chg="add mod">
          <ac:chgData name="Grace Woolson" userId="S::gracew@mathworks.com::d66316ce-2f95-4434-a324-dd1cc6260d5c" providerId="AD" clId="Web-{1F86EC8B-37F2-7D31-409B-2866C8D70BA6}" dt="2023-07-19T18:11:24.439" v="226" actId="14100"/>
          <ac:spMkLst>
            <pc:docMk/>
            <pc:sldMk cId="1346544918" sldId="330"/>
            <ac:spMk id="32" creationId="{92556325-DB8A-D241-F64B-BA242B515972}"/>
          </ac:spMkLst>
        </pc:spChg>
        <pc:spChg chg="add mod">
          <ac:chgData name="Grace Woolson" userId="S::gracew@mathworks.com::d66316ce-2f95-4434-a324-dd1cc6260d5c" providerId="AD" clId="Web-{1F86EC8B-37F2-7D31-409B-2866C8D70BA6}" dt="2023-07-19T18:11:44.924" v="230" actId="1076"/>
          <ac:spMkLst>
            <pc:docMk/>
            <pc:sldMk cId="1346544918" sldId="330"/>
            <ac:spMk id="33" creationId="{A7E877DB-1D6C-0DCA-6963-7E9D078E1AC8}"/>
          </ac:spMkLst>
        </pc:spChg>
        <pc:spChg chg="add mod">
          <ac:chgData name="Grace Woolson" userId="S::gracew@mathworks.com::d66316ce-2f95-4434-a324-dd1cc6260d5c" providerId="AD" clId="Web-{1F86EC8B-37F2-7D31-409B-2866C8D70BA6}" dt="2023-07-19T18:12:02.361" v="233" actId="14100"/>
          <ac:spMkLst>
            <pc:docMk/>
            <pc:sldMk cId="1346544918" sldId="330"/>
            <ac:spMk id="34" creationId="{70CA363F-66DD-9C69-A22C-DDF91A916681}"/>
          </ac:spMkLst>
        </pc:spChg>
        <pc:graphicFrameChg chg="add del mod">
          <ac:chgData name="Grace Woolson" userId="S::gracew@mathworks.com::d66316ce-2f95-4434-a324-dd1cc6260d5c" providerId="AD" clId="Web-{1F86EC8B-37F2-7D31-409B-2866C8D70BA6}" dt="2023-07-19T18:06:20.807" v="165"/>
          <ac:graphicFrameMkLst>
            <pc:docMk/>
            <pc:sldMk cId="1346544918" sldId="330"/>
            <ac:graphicFrameMk id="6" creationId="{4AA28C61-658B-4D4C-49F2-87818539F6BE}"/>
          </ac:graphicFrameMkLst>
        </pc:graphicFrameChg>
        <pc:graphicFrameChg chg="add del mod">
          <ac:chgData name="Grace Woolson" userId="S::gracew@mathworks.com::d66316ce-2f95-4434-a324-dd1cc6260d5c" providerId="AD" clId="Web-{1F86EC8B-37F2-7D31-409B-2866C8D70BA6}" dt="2023-07-19T18:06:37.995" v="167"/>
          <ac:graphicFrameMkLst>
            <pc:docMk/>
            <pc:sldMk cId="1346544918" sldId="330"/>
            <ac:graphicFrameMk id="7" creationId="{4AA28C61-658B-4D4C-49F2-87818539F6BE}"/>
          </ac:graphicFrameMkLst>
        </pc:graphicFrameChg>
        <pc:picChg chg="add del mod">
          <ac:chgData name="Grace Woolson" userId="S::gracew@mathworks.com::d66316ce-2f95-4434-a324-dd1cc6260d5c" providerId="AD" clId="Web-{1F86EC8B-37F2-7D31-409B-2866C8D70BA6}" dt="2023-07-19T18:05:59.541" v="163"/>
          <ac:picMkLst>
            <pc:docMk/>
            <pc:sldMk cId="1346544918" sldId="330"/>
            <ac:picMk id="5" creationId="{E19A0870-ACCE-1377-D8FA-B9E1E08CA4D8}"/>
          </ac:picMkLst>
        </pc:picChg>
        <pc:picChg chg="add mod">
          <ac:chgData name="Grace Woolson" userId="S::gracew@mathworks.com::d66316ce-2f95-4434-a324-dd1cc6260d5c" providerId="AD" clId="Web-{1F86EC8B-37F2-7D31-409B-2866C8D70BA6}" dt="2023-07-19T18:12:14.440" v="235" actId="1076"/>
          <ac:picMkLst>
            <pc:docMk/>
            <pc:sldMk cId="1346544918" sldId="330"/>
            <ac:picMk id="27" creationId="{038D90AD-6FEB-244E-50FC-0F7B6297F246}"/>
          </ac:picMkLst>
        </pc:picChg>
        <pc:picChg chg="add mod">
          <ac:chgData name="Grace Woolson" userId="S::gracew@mathworks.com::d66316ce-2f95-4434-a324-dd1cc6260d5c" providerId="AD" clId="Web-{1F86EC8B-37F2-7D31-409B-2866C8D70BA6}" dt="2023-07-19T18:12:10.784" v="234" actId="1076"/>
          <ac:picMkLst>
            <pc:docMk/>
            <pc:sldMk cId="1346544918" sldId="330"/>
            <ac:picMk id="28" creationId="{4F687A11-ECD8-8335-465E-7F757F81AB26}"/>
          </ac:picMkLst>
        </pc:picChg>
        <pc:picChg chg="add del mod">
          <ac:chgData name="Grace Woolson" userId="S::gracew@mathworks.com::d66316ce-2f95-4434-a324-dd1cc6260d5c" providerId="AD" clId="Web-{1F86EC8B-37F2-7D31-409B-2866C8D70BA6}" dt="2023-07-19T18:09:30.436" v="204"/>
          <ac:picMkLst>
            <pc:docMk/>
            <pc:sldMk cId="1346544918" sldId="330"/>
            <ac:picMk id="29" creationId="{0BA09D84-53ED-DB4A-9D81-6A34BF514E1C}"/>
          </ac:picMkLst>
        </pc:picChg>
        <pc:picChg chg="add mod">
          <ac:chgData name="Grace Woolson" userId="S::gracew@mathworks.com::d66316ce-2f95-4434-a324-dd1cc6260d5c" providerId="AD" clId="Web-{1F86EC8B-37F2-7D31-409B-2866C8D70BA6}" dt="2023-07-19T18:12:20.393" v="236" actId="1076"/>
          <ac:picMkLst>
            <pc:docMk/>
            <pc:sldMk cId="1346544918" sldId="330"/>
            <ac:picMk id="30" creationId="{83DBB76E-D9CA-FDA2-905C-6A4534DA3089}"/>
          </ac:picMkLst>
        </pc:picChg>
        <pc:picChg chg="add mod">
          <ac:chgData name="Grace Woolson" userId="S::gracew@mathworks.com::d66316ce-2f95-4434-a324-dd1cc6260d5c" providerId="AD" clId="Web-{1F86EC8B-37F2-7D31-409B-2866C8D70BA6}" dt="2023-07-19T18:12:20.409" v="237" actId="1076"/>
          <ac:picMkLst>
            <pc:docMk/>
            <pc:sldMk cId="1346544918" sldId="330"/>
            <ac:picMk id="31" creationId="{EA586760-A274-714B-C0F8-B1E7E347F950}"/>
          </ac:picMkLst>
        </pc:picChg>
      </pc:sldChg>
    </pc:docChg>
  </pc:docChgLst>
</pc:chgInfo>
</file>

<file path=ppt/comments/modernComment_117_FE85007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12C445C-0286-4387-967B-55E02EDB413B}" authorId="{656D8D04-CF9C-89E8-AC32-89BC1A333750}" created="2023-01-13T21:09:05.71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270129272" sldId="279"/>
      <ac:spMk id="3" creationId="{3AFB63A8-EF62-49F7-A799-A2193E816C4B}"/>
      <ac:txMk cp="0" len="17">
        <ac:context len="141" hash="4231885297"/>
      </ac:txMk>
    </ac:txMkLst>
    <p188:pos x="2880731" y="250902"/>
    <p188:txBody>
      <a:bodyPr/>
      <a:lstStyle/>
      <a:p>
        <a:r>
          <a:rPr lang="en-US"/>
          <a:t>add hyperlink</a:t>
        </a:r>
      </a:p>
    </p188:txBody>
  </p188:cm>
  <p188:cm id="{6D1A564E-657E-40ED-A054-A4562C61CF97}" authorId="{656D8D04-CF9C-89E8-AC32-89BC1A333750}" created="2023-01-13T21:09:24.81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270129272" sldId="279"/>
      <ac:spMk id="3" creationId="{3AFB63A8-EF62-49F7-A799-A2193E816C4B}"/>
      <ac:txMk cp="89">
        <ac:context len="141" hash="4231885297"/>
      </ac:txMk>
    </ac:txMkLst>
    <p188:pos x="2518317" y="2230243"/>
    <p188:txBody>
      <a:bodyPr/>
      <a:lstStyle/>
      <a:p>
        <a:r>
          <a:rPr lang="en-US"/>
          <a:t>add hyperlink</a:t>
        </a:r>
      </a:p>
    </p188:txBody>
  </p188:cm>
  <p188:cm id="{EF0B0448-60F6-4E76-94B6-60E80BFA7B8A}" authorId="{656D8D04-CF9C-89E8-AC32-89BC1A333750}" created="2023-01-13T21:09:32.71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270129272" sldId="279"/>
      <ac:spMk id="3" creationId="{3AFB63A8-EF62-49F7-A799-A2193E816C4B}"/>
      <ac:txMk cp="140">
        <ac:context len="141" hash="4231885297"/>
      </ac:txMk>
    </ac:txMkLst>
    <p188:pos x="2351048" y="3456878"/>
    <p188:txBody>
      <a:bodyPr/>
      <a:lstStyle/>
      <a:p>
        <a:r>
          <a:rPr lang="en-US"/>
          <a:t>add hyperlink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11B2B9-F335-4311-AAD1-B962EB263AA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369A1AF-1C85-46D9-8A13-31ED285166EA}">
      <dgm:prSet/>
      <dgm:spPr/>
      <dgm:t>
        <a:bodyPr/>
        <a:lstStyle/>
        <a:p>
          <a:r>
            <a:rPr lang="en-US" dirty="0"/>
            <a:t>[Start Time]: Welcome Presentation</a:t>
          </a:r>
        </a:p>
      </dgm:t>
    </dgm:pt>
    <dgm:pt modelId="{D304DA2A-A7CD-46E9-AA47-E39FFB268235}" type="parTrans" cxnId="{02E4EDE7-9596-43DD-906C-788957101669}">
      <dgm:prSet/>
      <dgm:spPr/>
      <dgm:t>
        <a:bodyPr/>
        <a:lstStyle/>
        <a:p>
          <a:endParaRPr lang="en-US"/>
        </a:p>
      </dgm:t>
    </dgm:pt>
    <dgm:pt modelId="{9DA92793-1B1E-42CB-A29E-B235B7FA22F6}" type="sibTrans" cxnId="{02E4EDE7-9596-43DD-906C-788957101669}">
      <dgm:prSet/>
      <dgm:spPr/>
      <dgm:t>
        <a:bodyPr/>
        <a:lstStyle/>
        <a:p>
          <a:endParaRPr lang="en-US"/>
        </a:p>
      </dgm:t>
    </dgm:pt>
    <dgm:pt modelId="{BD23ED3B-4BDE-47EE-ACF7-6A673722BFD4}">
      <dgm:prSet/>
      <dgm:spPr/>
      <dgm:t>
        <a:bodyPr/>
        <a:lstStyle/>
        <a:p>
          <a:pPr rtl="0"/>
          <a:r>
            <a:rPr lang="en-US" dirty="0"/>
            <a:t>[Start Time + 15 mins]: </a:t>
          </a:r>
          <a:r>
            <a:rPr lang="en-US" dirty="0">
              <a:latin typeface="Arial"/>
            </a:rPr>
            <a:t>Teams</a:t>
          </a:r>
          <a:r>
            <a:rPr lang="en-US" dirty="0"/>
            <a:t> develop solutions</a:t>
          </a:r>
          <a:r>
            <a:rPr lang="en-US" dirty="0">
              <a:latin typeface="Arial"/>
            </a:rPr>
            <a:t> and demos</a:t>
          </a:r>
          <a:endParaRPr lang="en-US" dirty="0"/>
        </a:p>
      </dgm:t>
    </dgm:pt>
    <dgm:pt modelId="{00F14278-8A29-4B18-8918-80230CFECC7B}" type="parTrans" cxnId="{922D6EED-C55D-488A-9588-0B855F4ADB83}">
      <dgm:prSet/>
      <dgm:spPr/>
      <dgm:t>
        <a:bodyPr/>
        <a:lstStyle/>
        <a:p>
          <a:endParaRPr lang="en-US"/>
        </a:p>
      </dgm:t>
    </dgm:pt>
    <dgm:pt modelId="{C777884F-CE1C-4B79-BCB1-5089F228F9E3}" type="sibTrans" cxnId="{922D6EED-C55D-488A-9588-0B855F4ADB83}">
      <dgm:prSet/>
      <dgm:spPr/>
      <dgm:t>
        <a:bodyPr/>
        <a:lstStyle/>
        <a:p>
          <a:endParaRPr lang="en-US"/>
        </a:p>
      </dgm:t>
    </dgm:pt>
    <dgm:pt modelId="{600F6DE3-AB97-486B-8B32-6D5B7B1D8765}">
      <dgm:prSet/>
      <dgm:spPr/>
      <dgm:t>
        <a:bodyPr/>
        <a:lstStyle/>
        <a:p>
          <a:r>
            <a:rPr lang="en-US" dirty="0"/>
            <a:t>[Submission deadline]: Participants submit projects + demos</a:t>
          </a:r>
        </a:p>
      </dgm:t>
    </dgm:pt>
    <dgm:pt modelId="{F74215A9-3EDB-4073-9547-0D85DAC6DED0}" type="parTrans" cxnId="{9BE951BB-2EC4-4E35-B5CB-924CEDF064B3}">
      <dgm:prSet/>
      <dgm:spPr/>
      <dgm:t>
        <a:bodyPr/>
        <a:lstStyle/>
        <a:p>
          <a:endParaRPr lang="en-US"/>
        </a:p>
      </dgm:t>
    </dgm:pt>
    <dgm:pt modelId="{B7731771-EA64-4E17-9F90-5BC103AE2506}" type="sibTrans" cxnId="{9BE951BB-2EC4-4E35-B5CB-924CEDF064B3}">
      <dgm:prSet/>
      <dgm:spPr/>
      <dgm:t>
        <a:bodyPr/>
        <a:lstStyle/>
        <a:p>
          <a:endParaRPr lang="en-US"/>
        </a:p>
      </dgm:t>
    </dgm:pt>
    <dgm:pt modelId="{699791EC-5808-4798-8BB8-E5BB278F2740}">
      <dgm:prSet/>
      <dgm:spPr/>
      <dgm:t>
        <a:bodyPr/>
        <a:lstStyle/>
        <a:p>
          <a:r>
            <a:rPr lang="en-US" dirty="0"/>
            <a:t>[End time]: winners announced</a:t>
          </a:r>
        </a:p>
      </dgm:t>
    </dgm:pt>
    <dgm:pt modelId="{F0C3C3EA-A138-47F6-8932-8D50B970B91E}" type="parTrans" cxnId="{82D9F3CB-4233-4996-84CA-8FE96EE838CB}">
      <dgm:prSet/>
      <dgm:spPr/>
      <dgm:t>
        <a:bodyPr/>
        <a:lstStyle/>
        <a:p>
          <a:endParaRPr lang="en-US"/>
        </a:p>
      </dgm:t>
    </dgm:pt>
    <dgm:pt modelId="{A8C9C22E-B9FC-42D5-8454-DCBB4FE26AE3}" type="sibTrans" cxnId="{82D9F3CB-4233-4996-84CA-8FE96EE838CB}">
      <dgm:prSet/>
      <dgm:spPr/>
      <dgm:t>
        <a:bodyPr/>
        <a:lstStyle/>
        <a:p>
          <a:endParaRPr lang="en-US"/>
        </a:p>
      </dgm:t>
    </dgm:pt>
    <dgm:pt modelId="{12D4B3F1-1F96-4377-BB30-488BB1DFDC09}" type="pres">
      <dgm:prSet presAssocID="{B411B2B9-F335-4311-AAD1-B962EB263AA7}" presName="vert0" presStyleCnt="0">
        <dgm:presLayoutVars>
          <dgm:dir/>
          <dgm:animOne val="branch"/>
          <dgm:animLvl val="lvl"/>
        </dgm:presLayoutVars>
      </dgm:prSet>
      <dgm:spPr/>
    </dgm:pt>
    <dgm:pt modelId="{D136A4B0-8099-4F42-BF92-6C1263698925}" type="pres">
      <dgm:prSet presAssocID="{D369A1AF-1C85-46D9-8A13-31ED285166EA}" presName="thickLine" presStyleLbl="alignNode1" presStyleIdx="0" presStyleCnt="4"/>
      <dgm:spPr/>
    </dgm:pt>
    <dgm:pt modelId="{2C2F0CDE-7A12-4CC0-A4C4-8EEDC5DE595E}" type="pres">
      <dgm:prSet presAssocID="{D369A1AF-1C85-46D9-8A13-31ED285166EA}" presName="horz1" presStyleCnt="0"/>
      <dgm:spPr/>
    </dgm:pt>
    <dgm:pt modelId="{E2880AB4-FD1F-4989-90F6-942541B1F5B1}" type="pres">
      <dgm:prSet presAssocID="{D369A1AF-1C85-46D9-8A13-31ED285166EA}" presName="tx1" presStyleLbl="revTx" presStyleIdx="0" presStyleCnt="4"/>
      <dgm:spPr/>
    </dgm:pt>
    <dgm:pt modelId="{8883C033-DE43-4609-AB5E-E11991CAD098}" type="pres">
      <dgm:prSet presAssocID="{D369A1AF-1C85-46D9-8A13-31ED285166EA}" presName="vert1" presStyleCnt="0"/>
      <dgm:spPr/>
    </dgm:pt>
    <dgm:pt modelId="{33828482-C322-41A6-88BF-98D2E40C4BAC}" type="pres">
      <dgm:prSet presAssocID="{BD23ED3B-4BDE-47EE-ACF7-6A673722BFD4}" presName="thickLine" presStyleLbl="alignNode1" presStyleIdx="1" presStyleCnt="4"/>
      <dgm:spPr/>
    </dgm:pt>
    <dgm:pt modelId="{92ED242C-BC3F-4757-8530-A3AEECE2E6BA}" type="pres">
      <dgm:prSet presAssocID="{BD23ED3B-4BDE-47EE-ACF7-6A673722BFD4}" presName="horz1" presStyleCnt="0"/>
      <dgm:spPr/>
    </dgm:pt>
    <dgm:pt modelId="{0959C4BB-ACE0-4069-B853-F38C3929E1CA}" type="pres">
      <dgm:prSet presAssocID="{BD23ED3B-4BDE-47EE-ACF7-6A673722BFD4}" presName="tx1" presStyleLbl="revTx" presStyleIdx="1" presStyleCnt="4"/>
      <dgm:spPr/>
    </dgm:pt>
    <dgm:pt modelId="{EE406E28-BA62-426F-8860-80293DEBE671}" type="pres">
      <dgm:prSet presAssocID="{BD23ED3B-4BDE-47EE-ACF7-6A673722BFD4}" presName="vert1" presStyleCnt="0"/>
      <dgm:spPr/>
    </dgm:pt>
    <dgm:pt modelId="{BDA6747E-8AB4-4074-81D5-B197333518AC}" type="pres">
      <dgm:prSet presAssocID="{600F6DE3-AB97-486B-8B32-6D5B7B1D8765}" presName="thickLine" presStyleLbl="alignNode1" presStyleIdx="2" presStyleCnt="4"/>
      <dgm:spPr/>
    </dgm:pt>
    <dgm:pt modelId="{8CFDFCB9-DF3E-4004-BBA9-870A2D30AD9D}" type="pres">
      <dgm:prSet presAssocID="{600F6DE3-AB97-486B-8B32-6D5B7B1D8765}" presName="horz1" presStyleCnt="0"/>
      <dgm:spPr/>
    </dgm:pt>
    <dgm:pt modelId="{DFE89162-F3B2-46FA-AA5E-C6D57F2C8F84}" type="pres">
      <dgm:prSet presAssocID="{600F6DE3-AB97-486B-8B32-6D5B7B1D8765}" presName="tx1" presStyleLbl="revTx" presStyleIdx="2" presStyleCnt="4"/>
      <dgm:spPr/>
    </dgm:pt>
    <dgm:pt modelId="{8C0D9CB3-392E-4EDB-BA22-2B8B52B19CEF}" type="pres">
      <dgm:prSet presAssocID="{600F6DE3-AB97-486B-8B32-6D5B7B1D8765}" presName="vert1" presStyleCnt="0"/>
      <dgm:spPr/>
    </dgm:pt>
    <dgm:pt modelId="{1ECD1DBA-DB84-47A9-BFAB-2931EE26C4FC}" type="pres">
      <dgm:prSet presAssocID="{699791EC-5808-4798-8BB8-E5BB278F2740}" presName="thickLine" presStyleLbl="alignNode1" presStyleIdx="3" presStyleCnt="4"/>
      <dgm:spPr/>
    </dgm:pt>
    <dgm:pt modelId="{E924E53F-945F-47E9-A935-4E03845823F0}" type="pres">
      <dgm:prSet presAssocID="{699791EC-5808-4798-8BB8-E5BB278F2740}" presName="horz1" presStyleCnt="0"/>
      <dgm:spPr/>
    </dgm:pt>
    <dgm:pt modelId="{ED73791B-1D28-4ABE-B299-3D8ACCAA1FB6}" type="pres">
      <dgm:prSet presAssocID="{699791EC-5808-4798-8BB8-E5BB278F2740}" presName="tx1" presStyleLbl="revTx" presStyleIdx="3" presStyleCnt="4"/>
      <dgm:spPr/>
    </dgm:pt>
    <dgm:pt modelId="{B95CB07A-D3D3-4F55-A198-7D16026215DD}" type="pres">
      <dgm:prSet presAssocID="{699791EC-5808-4798-8BB8-E5BB278F2740}" presName="vert1" presStyleCnt="0"/>
      <dgm:spPr/>
    </dgm:pt>
  </dgm:ptLst>
  <dgm:cxnLst>
    <dgm:cxn modelId="{C1E5A085-9E52-40F6-8F18-12AC935C8724}" type="presOf" srcId="{B411B2B9-F335-4311-AAD1-B962EB263AA7}" destId="{12D4B3F1-1F96-4377-BB30-488BB1DFDC09}" srcOrd="0" destOrd="0" presId="urn:microsoft.com/office/officeart/2008/layout/LinedList"/>
    <dgm:cxn modelId="{A02A599A-5C2D-49B2-A565-F4CCB35B08DC}" type="presOf" srcId="{600F6DE3-AB97-486B-8B32-6D5B7B1D8765}" destId="{DFE89162-F3B2-46FA-AA5E-C6D57F2C8F84}" srcOrd="0" destOrd="0" presId="urn:microsoft.com/office/officeart/2008/layout/LinedList"/>
    <dgm:cxn modelId="{BF3600A5-63F1-4F57-8266-246E309D7A10}" type="presOf" srcId="{D369A1AF-1C85-46D9-8A13-31ED285166EA}" destId="{E2880AB4-FD1F-4989-90F6-942541B1F5B1}" srcOrd="0" destOrd="0" presId="urn:microsoft.com/office/officeart/2008/layout/LinedList"/>
    <dgm:cxn modelId="{A8CBB8B6-BD44-42FE-80F6-222C5F64DA47}" type="presOf" srcId="{699791EC-5808-4798-8BB8-E5BB278F2740}" destId="{ED73791B-1D28-4ABE-B299-3D8ACCAA1FB6}" srcOrd="0" destOrd="0" presId="urn:microsoft.com/office/officeart/2008/layout/LinedList"/>
    <dgm:cxn modelId="{9BE951BB-2EC4-4E35-B5CB-924CEDF064B3}" srcId="{B411B2B9-F335-4311-AAD1-B962EB263AA7}" destId="{600F6DE3-AB97-486B-8B32-6D5B7B1D8765}" srcOrd="2" destOrd="0" parTransId="{F74215A9-3EDB-4073-9547-0D85DAC6DED0}" sibTransId="{B7731771-EA64-4E17-9F90-5BC103AE2506}"/>
    <dgm:cxn modelId="{82D9F3CB-4233-4996-84CA-8FE96EE838CB}" srcId="{B411B2B9-F335-4311-AAD1-B962EB263AA7}" destId="{699791EC-5808-4798-8BB8-E5BB278F2740}" srcOrd="3" destOrd="0" parTransId="{F0C3C3EA-A138-47F6-8932-8D50B970B91E}" sibTransId="{A8C9C22E-B9FC-42D5-8454-DCBB4FE26AE3}"/>
    <dgm:cxn modelId="{02E4EDE7-9596-43DD-906C-788957101669}" srcId="{B411B2B9-F335-4311-AAD1-B962EB263AA7}" destId="{D369A1AF-1C85-46D9-8A13-31ED285166EA}" srcOrd="0" destOrd="0" parTransId="{D304DA2A-A7CD-46E9-AA47-E39FFB268235}" sibTransId="{9DA92793-1B1E-42CB-A29E-B235B7FA22F6}"/>
    <dgm:cxn modelId="{D7625FEA-9A9B-432D-A6FD-7B9F8408EF31}" type="presOf" srcId="{BD23ED3B-4BDE-47EE-ACF7-6A673722BFD4}" destId="{0959C4BB-ACE0-4069-B853-F38C3929E1CA}" srcOrd="0" destOrd="0" presId="urn:microsoft.com/office/officeart/2008/layout/LinedList"/>
    <dgm:cxn modelId="{922D6EED-C55D-488A-9588-0B855F4ADB83}" srcId="{B411B2B9-F335-4311-AAD1-B962EB263AA7}" destId="{BD23ED3B-4BDE-47EE-ACF7-6A673722BFD4}" srcOrd="1" destOrd="0" parTransId="{00F14278-8A29-4B18-8918-80230CFECC7B}" sibTransId="{C777884F-CE1C-4B79-BCB1-5089F228F9E3}"/>
    <dgm:cxn modelId="{9421D215-4E0F-4BDA-9E5B-4558B062840C}" type="presParOf" srcId="{12D4B3F1-1F96-4377-BB30-488BB1DFDC09}" destId="{D136A4B0-8099-4F42-BF92-6C1263698925}" srcOrd="0" destOrd="0" presId="urn:microsoft.com/office/officeart/2008/layout/LinedList"/>
    <dgm:cxn modelId="{179F75CF-A331-46A7-852A-229529D85589}" type="presParOf" srcId="{12D4B3F1-1F96-4377-BB30-488BB1DFDC09}" destId="{2C2F0CDE-7A12-4CC0-A4C4-8EEDC5DE595E}" srcOrd="1" destOrd="0" presId="urn:microsoft.com/office/officeart/2008/layout/LinedList"/>
    <dgm:cxn modelId="{71A1B944-B077-4E0B-804C-8F356D4F9D70}" type="presParOf" srcId="{2C2F0CDE-7A12-4CC0-A4C4-8EEDC5DE595E}" destId="{E2880AB4-FD1F-4989-90F6-942541B1F5B1}" srcOrd="0" destOrd="0" presId="urn:microsoft.com/office/officeart/2008/layout/LinedList"/>
    <dgm:cxn modelId="{34195EC1-261D-423B-AC38-60AADCBBA2FC}" type="presParOf" srcId="{2C2F0CDE-7A12-4CC0-A4C4-8EEDC5DE595E}" destId="{8883C033-DE43-4609-AB5E-E11991CAD098}" srcOrd="1" destOrd="0" presId="urn:microsoft.com/office/officeart/2008/layout/LinedList"/>
    <dgm:cxn modelId="{75B646AC-5B65-4309-B5CD-0D740D4BB64F}" type="presParOf" srcId="{12D4B3F1-1F96-4377-BB30-488BB1DFDC09}" destId="{33828482-C322-41A6-88BF-98D2E40C4BAC}" srcOrd="2" destOrd="0" presId="urn:microsoft.com/office/officeart/2008/layout/LinedList"/>
    <dgm:cxn modelId="{BD2DC5FF-4931-46B2-81C9-4215D5C19667}" type="presParOf" srcId="{12D4B3F1-1F96-4377-BB30-488BB1DFDC09}" destId="{92ED242C-BC3F-4757-8530-A3AEECE2E6BA}" srcOrd="3" destOrd="0" presId="urn:microsoft.com/office/officeart/2008/layout/LinedList"/>
    <dgm:cxn modelId="{74B3DB7D-04B7-4E94-9608-F221832C7393}" type="presParOf" srcId="{92ED242C-BC3F-4757-8530-A3AEECE2E6BA}" destId="{0959C4BB-ACE0-4069-B853-F38C3929E1CA}" srcOrd="0" destOrd="0" presId="urn:microsoft.com/office/officeart/2008/layout/LinedList"/>
    <dgm:cxn modelId="{B37B506A-CD21-47D2-8F1E-FC25C8910D2C}" type="presParOf" srcId="{92ED242C-BC3F-4757-8530-A3AEECE2E6BA}" destId="{EE406E28-BA62-426F-8860-80293DEBE671}" srcOrd="1" destOrd="0" presId="urn:microsoft.com/office/officeart/2008/layout/LinedList"/>
    <dgm:cxn modelId="{B0AA8C86-1FAE-4E85-872E-5C45500BBBDA}" type="presParOf" srcId="{12D4B3F1-1F96-4377-BB30-488BB1DFDC09}" destId="{BDA6747E-8AB4-4074-81D5-B197333518AC}" srcOrd="4" destOrd="0" presId="urn:microsoft.com/office/officeart/2008/layout/LinedList"/>
    <dgm:cxn modelId="{E144383B-2A68-4E72-A67C-621D51C15C53}" type="presParOf" srcId="{12D4B3F1-1F96-4377-BB30-488BB1DFDC09}" destId="{8CFDFCB9-DF3E-4004-BBA9-870A2D30AD9D}" srcOrd="5" destOrd="0" presId="urn:microsoft.com/office/officeart/2008/layout/LinedList"/>
    <dgm:cxn modelId="{359269F7-E57A-4BE3-B3BA-3F28CC17FFA2}" type="presParOf" srcId="{8CFDFCB9-DF3E-4004-BBA9-870A2D30AD9D}" destId="{DFE89162-F3B2-46FA-AA5E-C6D57F2C8F84}" srcOrd="0" destOrd="0" presId="urn:microsoft.com/office/officeart/2008/layout/LinedList"/>
    <dgm:cxn modelId="{52BC7FBE-CF3D-433F-BEBA-8BDDF72F07EE}" type="presParOf" srcId="{8CFDFCB9-DF3E-4004-BBA9-870A2D30AD9D}" destId="{8C0D9CB3-392E-4EDB-BA22-2B8B52B19CEF}" srcOrd="1" destOrd="0" presId="urn:microsoft.com/office/officeart/2008/layout/LinedList"/>
    <dgm:cxn modelId="{CA0A9796-E7D6-4E3B-9686-5687326ED879}" type="presParOf" srcId="{12D4B3F1-1F96-4377-BB30-488BB1DFDC09}" destId="{1ECD1DBA-DB84-47A9-BFAB-2931EE26C4FC}" srcOrd="6" destOrd="0" presId="urn:microsoft.com/office/officeart/2008/layout/LinedList"/>
    <dgm:cxn modelId="{DBA80A13-E4C2-47E5-A898-F6EBC43CA667}" type="presParOf" srcId="{12D4B3F1-1F96-4377-BB30-488BB1DFDC09}" destId="{E924E53F-945F-47E9-A935-4E03845823F0}" srcOrd="7" destOrd="0" presId="urn:microsoft.com/office/officeart/2008/layout/LinedList"/>
    <dgm:cxn modelId="{0B54F431-AD53-48CB-9A1E-1E56FAA4CC0A}" type="presParOf" srcId="{E924E53F-945F-47E9-A935-4E03845823F0}" destId="{ED73791B-1D28-4ABE-B299-3D8ACCAA1FB6}" srcOrd="0" destOrd="0" presId="urn:microsoft.com/office/officeart/2008/layout/LinedList"/>
    <dgm:cxn modelId="{1B744F32-917A-4349-B7AD-6EA5ED477749}" type="presParOf" srcId="{E924E53F-945F-47E9-A935-4E03845823F0}" destId="{B95CB07A-D3D3-4F55-A198-7D16026215D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36A4B0-8099-4F42-BF92-6C1263698925}">
      <dsp:nvSpPr>
        <dsp:cNvPr id="0" name=""/>
        <dsp:cNvSpPr/>
      </dsp:nvSpPr>
      <dsp:spPr>
        <a:xfrm>
          <a:off x="0" y="0"/>
          <a:ext cx="559047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880AB4-FD1F-4989-90F6-942541B1F5B1}">
      <dsp:nvSpPr>
        <dsp:cNvPr id="0" name=""/>
        <dsp:cNvSpPr/>
      </dsp:nvSpPr>
      <dsp:spPr>
        <a:xfrm>
          <a:off x="0" y="0"/>
          <a:ext cx="5590477" cy="1162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[Start Time]: Welcome Presentation</a:t>
          </a:r>
        </a:p>
      </dsp:txBody>
      <dsp:txXfrm>
        <a:off x="0" y="0"/>
        <a:ext cx="5590477" cy="1162049"/>
      </dsp:txXfrm>
    </dsp:sp>
    <dsp:sp modelId="{33828482-C322-41A6-88BF-98D2E40C4BAC}">
      <dsp:nvSpPr>
        <dsp:cNvPr id="0" name=""/>
        <dsp:cNvSpPr/>
      </dsp:nvSpPr>
      <dsp:spPr>
        <a:xfrm>
          <a:off x="0" y="1162049"/>
          <a:ext cx="559047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59C4BB-ACE0-4069-B853-F38C3929E1CA}">
      <dsp:nvSpPr>
        <dsp:cNvPr id="0" name=""/>
        <dsp:cNvSpPr/>
      </dsp:nvSpPr>
      <dsp:spPr>
        <a:xfrm>
          <a:off x="0" y="1162049"/>
          <a:ext cx="5590477" cy="1162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[Start Time + 15 mins]: </a:t>
          </a:r>
          <a:r>
            <a:rPr lang="en-US" sz="2700" kern="1200" dirty="0">
              <a:latin typeface="Arial"/>
            </a:rPr>
            <a:t>Teams</a:t>
          </a:r>
          <a:r>
            <a:rPr lang="en-US" sz="2700" kern="1200" dirty="0"/>
            <a:t> develop solutions</a:t>
          </a:r>
          <a:r>
            <a:rPr lang="en-US" sz="2700" kern="1200" dirty="0">
              <a:latin typeface="Arial"/>
            </a:rPr>
            <a:t> and demos</a:t>
          </a:r>
          <a:endParaRPr lang="en-US" sz="2700" kern="1200" dirty="0"/>
        </a:p>
      </dsp:txBody>
      <dsp:txXfrm>
        <a:off x="0" y="1162049"/>
        <a:ext cx="5590477" cy="1162049"/>
      </dsp:txXfrm>
    </dsp:sp>
    <dsp:sp modelId="{BDA6747E-8AB4-4074-81D5-B197333518AC}">
      <dsp:nvSpPr>
        <dsp:cNvPr id="0" name=""/>
        <dsp:cNvSpPr/>
      </dsp:nvSpPr>
      <dsp:spPr>
        <a:xfrm>
          <a:off x="0" y="2324099"/>
          <a:ext cx="559047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E89162-F3B2-46FA-AA5E-C6D57F2C8F84}">
      <dsp:nvSpPr>
        <dsp:cNvPr id="0" name=""/>
        <dsp:cNvSpPr/>
      </dsp:nvSpPr>
      <dsp:spPr>
        <a:xfrm>
          <a:off x="0" y="2324099"/>
          <a:ext cx="5590477" cy="1162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[Submission deadline]: Participants submit projects + demos</a:t>
          </a:r>
        </a:p>
      </dsp:txBody>
      <dsp:txXfrm>
        <a:off x="0" y="2324099"/>
        <a:ext cx="5590477" cy="1162049"/>
      </dsp:txXfrm>
    </dsp:sp>
    <dsp:sp modelId="{1ECD1DBA-DB84-47A9-BFAB-2931EE26C4FC}">
      <dsp:nvSpPr>
        <dsp:cNvPr id="0" name=""/>
        <dsp:cNvSpPr/>
      </dsp:nvSpPr>
      <dsp:spPr>
        <a:xfrm>
          <a:off x="0" y="3486149"/>
          <a:ext cx="559047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73791B-1D28-4ABE-B299-3D8ACCAA1FB6}">
      <dsp:nvSpPr>
        <dsp:cNvPr id="0" name=""/>
        <dsp:cNvSpPr/>
      </dsp:nvSpPr>
      <dsp:spPr>
        <a:xfrm>
          <a:off x="0" y="3486149"/>
          <a:ext cx="5590477" cy="1162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[End time]: winners announced</a:t>
          </a:r>
        </a:p>
      </dsp:txBody>
      <dsp:txXfrm>
        <a:off x="0" y="3486149"/>
        <a:ext cx="5590477" cy="11620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993C83-2184-4286-ABE1-941A40B40C8F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603001-E0F2-47E5-A338-816CC267AF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57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53241F-7ED4-45AC-844C-15DB0D5F9CCD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73B8C3-A209-4A55-9261-22C2A02B31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81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33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with problem statement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793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with correct times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970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as needed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72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 descr="bluemesh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4067" y="1287"/>
            <a:ext cx="12209092" cy="6856713"/>
          </a:xfrm>
          <a:prstGeom prst="rect">
            <a:avLst/>
          </a:prstGeom>
        </p:spPr>
      </p:pic>
      <p:sp>
        <p:nvSpPr>
          <p:cNvPr id="21" name="Title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3200" cy="1828800"/>
          </a:xfrm>
        </p:spPr>
        <p:txBody>
          <a:bodyPr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"/>
          <p:cNvSpPr>
            <a:spLocks noGrp="1"/>
          </p:cNvSpPr>
          <p:nvPr>
            <p:ph type="subTitle" idx="1"/>
          </p:nvPr>
        </p:nvSpPr>
        <p:spPr>
          <a:xfrm>
            <a:off x="914400" y="3203579"/>
            <a:ext cx="10363200" cy="987425"/>
          </a:xfrm>
        </p:spPr>
        <p:txBody>
          <a:bodyPr>
            <a:normAutofit/>
          </a:bodyPr>
          <a:lstStyle>
            <a:lvl1pPr marL="0" indent="0" algn="l">
              <a:buNone/>
              <a:defRPr sz="1604" b="0">
                <a:solidFill>
                  <a:schemeClr val="tx1"/>
                </a:solidFill>
              </a:defRPr>
            </a:lvl1pPr>
            <a:lvl2pPr marL="458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7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6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26" name="GrayLine"/>
          <p:cNvCxnSpPr/>
          <p:nvPr userDrawn="1"/>
        </p:nvCxnSpPr>
        <p:spPr>
          <a:xfrm>
            <a:off x="-4067" y="4376652"/>
            <a:ext cx="12209092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>
            <a:lvl1pPr>
              <a:buSzPct val="75000"/>
              <a:defRPr sz="2400"/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457200"/>
            <a:ext cx="9448800" cy="990600"/>
          </a:xfrm>
        </p:spPr>
        <p:txBody>
          <a:bodyPr anchor="t" anchorCtr="0"/>
          <a:lstStyle>
            <a:lvl1pPr algn="l">
              <a:defRPr sz="2800" b="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"/>
          <p:cNvSpPr>
            <a:spLocks noGrp="1"/>
          </p:cNvSpPr>
          <p:nvPr>
            <p:ph sz="half" idx="10" hasCustomPrompt="1"/>
          </p:nvPr>
        </p:nvSpPr>
        <p:spPr>
          <a:xfrm>
            <a:off x="609601" y="2819400"/>
            <a:ext cx="5080001" cy="3200400"/>
          </a:xfrm>
        </p:spPr>
        <p:txBody>
          <a:bodyPr/>
          <a:lstStyle>
            <a:lvl1pPr>
              <a:buClr>
                <a:srgbClr val="125687"/>
              </a:buClr>
              <a:buSzTx/>
              <a:defRPr sz="1800" baseline="0"/>
            </a:lvl1pPr>
            <a:lvl2pPr>
              <a:defRPr sz="1604"/>
            </a:lvl2pPr>
            <a:lvl3pPr>
              <a:buNone/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>
              <a:buClr>
                <a:srgbClr val="125687"/>
              </a:buClr>
              <a:buSzTx/>
            </a:pPr>
            <a:r>
              <a:rPr lang="en-US"/>
              <a:t>Click to add b</a:t>
            </a:r>
            <a:r>
              <a:rPr lang="en-US" sz="1805">
                <a:solidFill>
                  <a:prstClr val="black"/>
                </a:solidFill>
              </a:rPr>
              <a:t>rief summary and benefits of feature (ideally three bullets)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Headline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600200"/>
            <a:ext cx="5080001" cy="838200"/>
          </a:xfrm>
        </p:spPr>
        <p:txBody>
          <a:bodyPr anchor="t"/>
          <a:lstStyle>
            <a:lvl1pPr marL="0" indent="0" algn="l">
              <a:buNone/>
              <a:defRPr sz="2000" b="0" i="0" baseline="0"/>
            </a:lvl1pPr>
          </a:lstStyle>
          <a:p>
            <a:pPr lvl="0"/>
            <a:r>
              <a:rPr lang="en-US"/>
              <a:t>Click to add headline</a:t>
            </a:r>
            <a:r>
              <a:rPr lang="en-US" sz="2005" b="1">
                <a:solidFill>
                  <a:prstClr val="black"/>
                </a:solidFill>
              </a:rPr>
              <a:t> providing value of feature</a:t>
            </a:r>
            <a:endParaRPr lang="en-US"/>
          </a:p>
        </p:txBody>
      </p:sp>
      <p:sp>
        <p:nvSpPr>
          <p:cNvPr id="14" name="ProductName"/>
          <p:cNvSpPr>
            <a:spLocks noGrp="1"/>
          </p:cNvSpPr>
          <p:nvPr>
            <p:ph type="body" sz="half" idx="12" hasCustomPrompt="1"/>
          </p:nvPr>
        </p:nvSpPr>
        <p:spPr>
          <a:xfrm>
            <a:off x="609602" y="6172200"/>
            <a:ext cx="5473700" cy="533400"/>
          </a:xfrm>
        </p:spPr>
        <p:txBody>
          <a:bodyPr anchor="b" anchorCtr="0"/>
          <a:lstStyle>
            <a:lvl1pPr marL="230761" indent="-229170">
              <a:buClrTx/>
              <a:buSzPct val="125000"/>
              <a:buFont typeface="Courier New" pitchFamily="49" charset="0"/>
              <a:buChar char="»"/>
              <a:defRPr sz="1604" b="0">
                <a:latin typeface="Courier New" pitchFamily="49" charset="0"/>
                <a:cs typeface="Courier New" pitchFamily="49" charset="0"/>
              </a:defRPr>
            </a:lvl1pPr>
          </a:lstStyle>
          <a:p>
            <a:pPr lvl="0"/>
            <a:r>
              <a:rPr lang="en-US"/>
              <a:t>Click to add </a:t>
            </a:r>
            <a:r>
              <a:rPr lang="en-US" sz="1604" err="1">
                <a:latin typeface="Courier New" pitchFamily="49" charset="0"/>
                <a:cs typeface="Courier New" pitchFamily="49" charset="0"/>
              </a:rPr>
              <a:t>product_example_name</a:t>
            </a:r>
            <a:r>
              <a:rPr lang="en-US" sz="1604">
                <a:latin typeface="Courier New" pitchFamily="49" charset="0"/>
                <a:cs typeface="Courier New" pitchFamily="49" charset="0"/>
              </a:rPr>
              <a:t>.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963084" y="1914529"/>
            <a:ext cx="10363200" cy="1362075"/>
          </a:xfrm>
        </p:spPr>
        <p:txBody>
          <a:bodyPr anchor="t"/>
          <a:lstStyle>
            <a:lvl1pPr algn="ctr">
              <a:defRPr sz="3200" b="0" cap="none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Section Header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LeftContent"/>
          <p:cNvSpPr>
            <a:spLocks noGrp="1"/>
          </p:cNvSpPr>
          <p:nvPr>
            <p:ph sz="half" idx="1"/>
          </p:nvPr>
        </p:nvSpPr>
        <p:spPr>
          <a:xfrm>
            <a:off x="609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ightContent"/>
          <p:cNvSpPr>
            <a:spLocks noGrp="1"/>
          </p:cNvSpPr>
          <p:nvPr>
            <p:ph sz="half" idx="2"/>
          </p:nvPr>
        </p:nvSpPr>
        <p:spPr>
          <a:xfrm>
            <a:off x="6197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"/>
          <p:cNvSpPr txBox="1">
            <a:spLocks noChangeArrowheads="1"/>
          </p:cNvSpPr>
          <p:nvPr userDrawn="1"/>
        </p:nvSpPr>
        <p:spPr bwMode="auto">
          <a:xfrm>
            <a:off x="607484" y="1600200"/>
            <a:ext cx="10765536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Edit</a:t>
            </a:r>
            <a:r>
              <a:rPr lang="en-US" sz="2400" baseline="0">
                <a:latin typeface="Arial" pitchFamily="34" charset="0"/>
                <a:cs typeface="Arial" pitchFamily="34" charset="0"/>
              </a:rPr>
              <a:t> in Slide Master view to e</a:t>
            </a:r>
            <a:r>
              <a:rPr lang="en-US" sz="2400">
                <a:latin typeface="Arial" pitchFamily="34" charset="0"/>
                <a:cs typeface="Arial" pitchFamily="34" charset="0"/>
              </a:rPr>
              <a:t>nter agenda items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Bullet 2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Bullet</a:t>
            </a:r>
            <a:r>
              <a:rPr lang="en-US" sz="2400" baseline="0">
                <a:latin typeface="Arial" pitchFamily="34" charset="0"/>
                <a:cs typeface="Arial" pitchFamily="34" charset="0"/>
              </a:rPr>
              <a:t> 3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 baseline="0">
                <a:latin typeface="Arial" pitchFamily="34" charset="0"/>
                <a:cs typeface="Arial" pitchFamily="34" charset="0"/>
              </a:rPr>
              <a:t>Bullet 4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endParaRPr lang="en-US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"/>
          <p:cNvSpPr txBox="1">
            <a:spLocks noChangeArrowheads="1"/>
          </p:cNvSpPr>
          <p:nvPr userDrawn="1"/>
        </p:nvSpPr>
        <p:spPr bwMode="auto">
          <a:xfrm>
            <a:off x="607484" y="464695"/>
            <a:ext cx="1076553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0" marR="0" indent="0" algn="l" defTabSz="9166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Edit in Slide</a:t>
            </a:r>
            <a:r>
              <a:rPr lang="en-US" sz="28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Master view to e</a:t>
            </a:r>
            <a:r>
              <a:rPr lang="en-US" sz="2800" b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nter agenda</a:t>
            </a:r>
            <a:r>
              <a:rPr lang="en-US" sz="28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title</a:t>
            </a:r>
            <a:endParaRPr lang="en-US" sz="2800" b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963084" y="1914529"/>
            <a:ext cx="10363200" cy="1362075"/>
          </a:xfrm>
        </p:spPr>
        <p:txBody>
          <a:bodyPr anchor="t"/>
          <a:lstStyle>
            <a:lvl1pPr algn="ctr">
              <a:defRPr sz="3200" b="0" cap="none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Section Header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0189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609602" y="1600200"/>
            <a:ext cx="10769600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SlideNumber"/>
          <p:cNvSpPr/>
          <p:nvPr/>
        </p:nvSpPr>
        <p:spPr>
          <a:xfrm>
            <a:off x="11582400" y="6484954"/>
            <a:ext cx="609600" cy="381001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algn="ctr"/>
            <a:fld id="{47FBD1EF-0801-4063-B668-C71608ACC70F}" type="slidenum">
              <a:rPr kumimoji="0" lang="en-US" sz="1203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ctr"/>
              <a:t>‹#›</a:t>
            </a:fld>
            <a:endParaRPr lang="en-US" sz="1203" b="1">
              <a:solidFill>
                <a:schemeClr val="tx2"/>
              </a:solidFill>
            </a:endParaRPr>
          </a:p>
        </p:txBody>
      </p:sp>
      <p:cxnSp>
        <p:nvCxnSpPr>
          <p:cNvPr id="13" name="Line"/>
          <p:cNvCxnSpPr/>
          <p:nvPr/>
        </p:nvCxnSpPr>
        <p:spPr>
          <a:xfrm rot="10800000" flipV="1">
            <a:off x="229170" y="176521"/>
            <a:ext cx="10297392" cy="211602"/>
          </a:xfrm>
          <a:prstGeom prst="bentConnector3">
            <a:avLst>
              <a:gd name="adj1" fmla="val 100013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9" r:id="rId4"/>
    <p:sldLayoutId id="2147483663" r:id="rId5"/>
    <p:sldLayoutId id="2147483651" r:id="rId6"/>
    <p:sldLayoutId id="2147483652" r:id="rId7"/>
    <p:sldLayoutId id="2147483664" r:id="rId8"/>
    <p:sldLayoutId id="2147483677" r:id="rId9"/>
  </p:sldLayoutIdLst>
  <p:hf hdr="0" ftr="0" dt="0"/>
  <p:txStyles>
    <p:titleStyle>
      <a:lvl1pPr algn="l" defTabSz="916680" rtl="0" eaLnBrk="1" latinLnBrk="0" hangingPunct="1">
        <a:spcBef>
          <a:spcPct val="0"/>
        </a:spcBef>
        <a:buNone/>
        <a:defRPr sz="2800" b="0" kern="12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3755" indent="-343755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4802" indent="-286462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5850" indent="-229170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4190" indent="-229170" algn="l" defTabSz="916680" rtl="0" eaLnBrk="1" latinLnBrk="0" hangingPunct="1">
        <a:spcBef>
          <a:spcPct val="20000"/>
        </a:spcBef>
        <a:buFont typeface="Arial" pitchFamily="34" charset="0"/>
        <a:buNone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62531" indent="-229170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4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2087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21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55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589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4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68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02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36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0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04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38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72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7_FE850078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ctr"/>
            <a:r>
              <a:rPr lang="en-US" dirty="0"/>
              <a:t>Welcome!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dirty="0"/>
              <a:t>Hackathon Introduction</a:t>
            </a:r>
          </a:p>
          <a:p>
            <a:r>
              <a:rPr lang="en-US" sz="1600" dirty="0"/>
              <a:t>[Presenter Name]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3CB82-FD6B-4BFF-87F3-F8B361695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550126"/>
            <a:ext cx="10769600" cy="897674"/>
          </a:xfrm>
        </p:spPr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E2CFA-3C77-443F-8772-0AA2931F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800" y="1600200"/>
            <a:ext cx="4978402" cy="4648199"/>
          </a:xfrm>
        </p:spPr>
        <p:txBody>
          <a:bodyPr anchor="ctr"/>
          <a:lstStyle/>
          <a:p>
            <a:pPr marL="0" indent="0">
              <a:buNone/>
            </a:pPr>
            <a:endParaRPr lang="en-US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/>
              <a:t>Problem statement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/>
              <a:t>What to Expect Today</a:t>
            </a:r>
          </a:p>
          <a:p>
            <a:pPr marL="915035" lvl="1" indent="-457200">
              <a:lnSpc>
                <a:spcPct val="150000"/>
              </a:lnSpc>
              <a:buAutoNum type="arabicPeriod"/>
            </a:pPr>
            <a:r>
              <a:rPr lang="en-US" dirty="0">
                <a:latin typeface="Arial"/>
                <a:cs typeface="Arial"/>
              </a:rPr>
              <a:t>Agenda</a:t>
            </a:r>
            <a:endParaRPr lang="en-US" dirty="0"/>
          </a:p>
          <a:p>
            <a:pPr marL="915035" lvl="1" indent="-457200">
              <a:lnSpc>
                <a:spcPct val="150000"/>
              </a:lnSpc>
              <a:buAutoNum type="arabicPeriod"/>
            </a:pPr>
            <a:r>
              <a:rPr lang="en-US" dirty="0"/>
              <a:t>Submitting Projects</a:t>
            </a:r>
          </a:p>
          <a:p>
            <a:pPr marL="915035" lvl="1" indent="-457200">
              <a:lnSpc>
                <a:spcPct val="150000"/>
              </a:lnSpc>
              <a:buAutoNum type="arabicPeriod"/>
            </a:pPr>
            <a:r>
              <a:rPr lang="en-US" dirty="0"/>
              <a:t>Judging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/>
              <a:t>Resources to participants</a:t>
            </a:r>
          </a:p>
          <a:p>
            <a:pPr marL="343535" indent="-343535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63FFD910-10D6-B8D8-81CD-AC0AFF793A1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20926"/>
          <a:stretch/>
        </p:blipFill>
        <p:spPr>
          <a:xfrm>
            <a:off x="5732967" y="1751438"/>
            <a:ext cx="5479745" cy="3899674"/>
          </a:xfrm>
        </p:spPr>
      </p:pic>
    </p:spTree>
    <p:extLst>
      <p:ext uri="{BB962C8B-B14F-4D97-AF65-F5344CB8AC3E}">
        <p14:creationId xmlns:p14="http://schemas.microsoft.com/office/powerpoint/2010/main" val="2467633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151CB-CD87-4DBA-BFB4-F112E2DAE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81756-9E6B-434F-8C7C-7B8585AD93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3535" indent="-343535"/>
            <a:r>
              <a:rPr lang="en-US" dirty="0">
                <a:latin typeface="Arial"/>
                <a:cs typeface="Arial"/>
              </a:rPr>
              <a:t>[Topic. Ex: "Fitness Tracker"]</a:t>
            </a:r>
            <a:endParaRPr lang="en-US" dirty="0"/>
          </a:p>
          <a:p>
            <a:pPr marL="0" indent="0">
              <a:buNone/>
            </a:pPr>
            <a:endParaRPr lang="en-US"/>
          </a:p>
          <a:p>
            <a:pPr marL="343535" indent="-343535"/>
            <a:r>
              <a:rPr lang="en-US" dirty="0">
                <a:latin typeface="Arial"/>
                <a:cs typeface="Arial"/>
              </a:rPr>
              <a:t>[Brief overview of challenge]</a:t>
            </a:r>
            <a:endParaRPr lang="en-US" dirty="0"/>
          </a:p>
          <a:p>
            <a:pPr marL="343535" indent="-343535"/>
            <a:endParaRPr lang="en-US"/>
          </a:p>
          <a:p>
            <a:pPr marL="343535" indent="-343535"/>
            <a:endParaRPr lang="en-US" dirty="0"/>
          </a:p>
          <a:p>
            <a:pPr marL="343535" indent="-343535"/>
            <a:endParaRPr lang="en-US"/>
          </a:p>
          <a:p>
            <a:pPr marL="343535" indent="-343535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D41B40-D40A-3682-533A-CA85BF64A71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3535" indent="-343535"/>
            <a:r>
              <a:rPr lang="en-US" dirty="0">
                <a:latin typeface="Arial"/>
                <a:cs typeface="Arial"/>
              </a:rPr>
              <a:t>[insert image]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129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6E1F3-87CC-9441-1223-B1C3AA7AB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Agenda</a:t>
            </a: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8311BC3-359A-D4FC-56E2-1C02E863EB22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609602" y="1600200"/>
          <a:ext cx="5590478" cy="4648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5" descr="Icon&#10;&#10;Description automatically generated">
            <a:extLst>
              <a:ext uri="{FF2B5EF4-FFF2-40B4-BE49-F238E27FC236}">
                <a16:creationId xmlns:a16="http://schemas.microsoft.com/office/drawing/2014/main" id="{AC2968F0-D8B0-3C51-16EA-5F26E21A986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8"/>
          <a:stretch>
            <a:fillRect/>
          </a:stretch>
        </p:blipFill>
        <p:spPr>
          <a:xfrm>
            <a:off x="6755163" y="1526159"/>
            <a:ext cx="4754137" cy="4062158"/>
          </a:xfrm>
        </p:spPr>
      </p:pic>
    </p:spTree>
    <p:extLst>
      <p:ext uri="{BB962C8B-B14F-4D97-AF65-F5344CB8AC3E}">
        <p14:creationId xmlns:p14="http://schemas.microsoft.com/office/powerpoint/2010/main" val="1626393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762FB-6DEB-BE3B-081B-B24918EAB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Submission Guidelines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9CEB5-33E0-BE0D-3C35-FF55EF9DEC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00200"/>
            <a:ext cx="10775795" cy="464819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3535" indent="-343535"/>
            <a:r>
              <a:rPr lang="en-US" dirty="0">
                <a:latin typeface="Arial"/>
                <a:cs typeface="Arial"/>
              </a:rPr>
              <a:t>Projects must be submitted to </a:t>
            </a:r>
            <a:r>
              <a:rPr lang="en-US" dirty="0" err="1">
                <a:latin typeface="Arial"/>
                <a:cs typeface="Arial"/>
              </a:rPr>
              <a:t>Devpost</a:t>
            </a:r>
          </a:p>
          <a:p>
            <a:pPr marL="744220" lvl="1" indent="-286385">
              <a:buFont typeface="Arial" pitchFamily="2" charset="2"/>
              <a:buChar char="–"/>
            </a:pPr>
            <a:r>
              <a:rPr lang="en-US" dirty="0">
                <a:latin typeface="Arial"/>
                <a:cs typeface="Arial"/>
              </a:rPr>
              <a:t>You will need to create a </a:t>
            </a:r>
            <a:r>
              <a:rPr lang="en-US" dirty="0" err="1">
                <a:latin typeface="Arial"/>
                <a:cs typeface="Arial"/>
              </a:rPr>
              <a:t>Devpost</a:t>
            </a:r>
            <a:r>
              <a:rPr lang="en-US" dirty="0">
                <a:latin typeface="Arial"/>
                <a:cs typeface="Arial"/>
              </a:rPr>
              <a:t> project in order to submit</a:t>
            </a:r>
          </a:p>
          <a:p>
            <a:pPr marL="343535" indent="-343535"/>
            <a:endParaRPr lang="en-US" dirty="0">
              <a:latin typeface="Arial"/>
              <a:cs typeface="Arial"/>
            </a:endParaRPr>
          </a:p>
          <a:p>
            <a:pPr marL="343535" indent="-343535"/>
            <a:r>
              <a:rPr lang="en-US" dirty="0">
                <a:latin typeface="Arial"/>
                <a:cs typeface="Arial"/>
              </a:rPr>
              <a:t>Submissions are due by [submission deadline]</a:t>
            </a:r>
            <a:endParaRPr lang="en-US" dirty="0"/>
          </a:p>
          <a:p>
            <a:pPr marL="744220" lvl="1" indent="-286385"/>
            <a:endParaRPr lang="en-US" dirty="0"/>
          </a:p>
          <a:p>
            <a:pPr marL="343535" indent="-343535">
              <a:buFont typeface="Wingdings" pitchFamily="34" charset="0"/>
              <a:buChar char="§"/>
            </a:pPr>
            <a:r>
              <a:rPr lang="en-US" dirty="0">
                <a:latin typeface="Arial"/>
                <a:cs typeface="Arial"/>
              </a:rPr>
              <a:t>Submissions must be on GitHub, MATLAB Drive, Google Drive, File Exchange, or some similar online repository that can be made public.</a:t>
            </a:r>
          </a:p>
          <a:p>
            <a:pPr marL="744220" lvl="1" indent="-286385"/>
            <a:r>
              <a:rPr lang="en-US" dirty="0">
                <a:latin typeface="Arial"/>
                <a:cs typeface="Arial"/>
              </a:rPr>
              <a:t>It must contain your team's project and a brief (&lt;5 minutes) demo of this project</a:t>
            </a:r>
            <a:endParaRPr lang="en-US" dirty="0"/>
          </a:p>
          <a:p>
            <a:pPr marL="744220" lvl="1" indent="-286385"/>
            <a:r>
              <a:rPr lang="en-US" dirty="0">
                <a:latin typeface="Arial"/>
                <a:cs typeface="Arial"/>
              </a:rPr>
              <a:t>The demo may be a video, slide deck, essay, or any presentation that you believe best allows you to showcase your project. </a:t>
            </a:r>
          </a:p>
          <a:p>
            <a:pPr marL="744220" lvl="1" indent="-286385"/>
            <a:endParaRPr lang="en-US" dirty="0">
              <a:latin typeface="Arial"/>
              <a:cs typeface="Arial"/>
            </a:endParaRPr>
          </a:p>
          <a:p>
            <a:pPr marL="343535" indent="-343535">
              <a:buFont typeface="Wingdings" pitchFamily="34" charset="0"/>
              <a:buChar char="§"/>
            </a:pPr>
            <a:r>
              <a:rPr lang="en-US" dirty="0">
                <a:latin typeface="Arial"/>
                <a:cs typeface="Arial"/>
              </a:rPr>
              <a:t>Only one submission per team is required</a:t>
            </a:r>
          </a:p>
        </p:txBody>
      </p:sp>
    </p:spTree>
    <p:extLst>
      <p:ext uri="{BB962C8B-B14F-4D97-AF65-F5344CB8AC3E}">
        <p14:creationId xmlns:p14="http://schemas.microsoft.com/office/powerpoint/2010/main" val="1317695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57C6B-57E8-FB2E-F6B8-AA5B71F35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Judging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243C4-4612-DD9A-388A-89AADD418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00200"/>
            <a:ext cx="10980234" cy="464819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dirty="0">
                <a:latin typeface="Arial"/>
                <a:cs typeface="Arial"/>
              </a:rPr>
              <a:t>[insert judging rubric – may need to change formatting to fit properly]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541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28C2D-07EB-4243-ABA7-8C8CE1DFE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/>
              <a:t>Technical Resources for Participants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B63A8-EF62-49F7-A799-A2193E816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2" y="2115356"/>
            <a:ext cx="5181600" cy="3203620"/>
          </a:xfrm>
        </p:spPr>
        <p:txBody>
          <a:bodyPr vert="horz" lIns="91440" tIns="45720" rIns="91440" bIns="45720" rtlCol="0">
            <a:normAutofit/>
          </a:bodyPr>
          <a:lstStyle/>
          <a:p>
            <a:pPr marL="343535" indent="-343535"/>
            <a:r>
              <a:rPr lang="en-US" dirty="0"/>
              <a:t>GitHub repository with:</a:t>
            </a:r>
          </a:p>
          <a:p>
            <a:pPr marL="744220" lvl="1" indent="-286385"/>
            <a:r>
              <a:rPr lang="en-US" sz="2400" dirty="0"/>
              <a:t>Starter Code</a:t>
            </a:r>
          </a:p>
          <a:p>
            <a:pPr marL="744220" lvl="1" indent="-286385"/>
            <a:r>
              <a:rPr lang="en-US" sz="2400" dirty="0"/>
              <a:t>Detailed Instructions</a:t>
            </a:r>
          </a:p>
          <a:p>
            <a:pPr marL="744220" lvl="1" indent="-286385"/>
            <a:r>
              <a:rPr lang="en-US" sz="2400" dirty="0"/>
              <a:t>Judging and scoring criteria</a:t>
            </a:r>
          </a:p>
          <a:p>
            <a:pPr marL="343535" indent="-343535"/>
            <a:endParaRPr lang="en-US" dirty="0"/>
          </a:p>
          <a:p>
            <a:pPr marL="343535" indent="-343535"/>
            <a:r>
              <a:rPr lang="en-US" dirty="0"/>
              <a:t>Form teams to tackle the challenge collaboratively!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28BE28E-49CA-4D6E-33D4-37BA7CD78B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181600" cy="46482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b="1" dirty="0">
                <a:latin typeface="Arial"/>
                <a:cs typeface="Arial"/>
              </a:rPr>
              <a:t>Replace this with a QR code to the GitHub repository with participant resources</a:t>
            </a:r>
            <a:endParaRPr lang="en-US" dirty="0">
              <a:latin typeface="Arial"/>
              <a:cs typeface="Arial"/>
            </a:endParaRPr>
          </a:p>
          <a:p>
            <a:pPr algn="ctr"/>
            <a:endParaRPr lang="en-US" b="1" dirty="0">
              <a:latin typeface="Arial"/>
              <a:cs typeface="Arial"/>
            </a:endParaRPr>
          </a:p>
          <a:p>
            <a:pPr marL="0" indent="0" algn="ctr">
              <a:buNone/>
            </a:pPr>
            <a:r>
              <a:rPr lang="en-US" b="1" dirty="0">
                <a:latin typeface="Arial"/>
                <a:cs typeface="Arial"/>
              </a:rPr>
              <a:t>This can be made using any online service, such as </a:t>
            </a:r>
            <a:r>
              <a:rPr lang="en-US" dirty="0">
                <a:ea typeface="+mn-lt"/>
                <a:cs typeface="+mn-lt"/>
              </a:rPr>
              <a:t>https://www.qr-code-generator.com/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0129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8559F-DDB6-6E24-A330-7DD7633A2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Tips for getting started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96429-14EE-3772-48B7-EF0DAAC82A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63639" y="1600200"/>
            <a:ext cx="9005977" cy="464819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latin typeface="Arial"/>
                <a:cs typeface="Arial"/>
              </a:rPr>
              <a:t>Find your team first! Have someone start your </a:t>
            </a:r>
            <a:r>
              <a:rPr lang="en-US" sz="2800" dirty="0" err="1">
                <a:latin typeface="Arial"/>
                <a:cs typeface="Arial"/>
              </a:rPr>
              <a:t>Devpost</a:t>
            </a:r>
            <a:r>
              <a:rPr lang="en-US" sz="2800" dirty="0">
                <a:latin typeface="Arial"/>
                <a:cs typeface="Arial"/>
              </a:rPr>
              <a:t> project.</a:t>
            </a:r>
            <a:endParaRPr lang="en-US" sz="2800" dirty="0"/>
          </a:p>
          <a:p>
            <a:pPr marL="457200" indent="-457200">
              <a:buAutoNum type="arabicPeriod"/>
            </a:pPr>
            <a:endParaRPr lang="en-US" sz="36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800" dirty="0">
                <a:latin typeface="Arial"/>
                <a:cs typeface="Arial"/>
              </a:rPr>
              <a:t>Talk through the problem conceptually before anyone begins development – have a plan.</a:t>
            </a:r>
            <a:endParaRPr lang="en-US" sz="2800" dirty="0"/>
          </a:p>
          <a:p>
            <a:pPr marL="457200" indent="-457200">
              <a:buAutoNum type="arabicPeriod"/>
            </a:pPr>
            <a:endParaRPr lang="en-US" sz="36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800" dirty="0">
                <a:latin typeface="Arial"/>
                <a:cs typeface="Arial"/>
              </a:rPr>
              <a:t>Delegate tasks once you have a plan so all team members are working on different pieces of the final project. </a:t>
            </a:r>
            <a:endParaRPr lang="en-US" sz="2800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038D90AD-6FEB-244E-50FC-0F7B6297F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67982" y="3075885"/>
            <a:ext cx="1165565" cy="1165565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4F687A11-ECD8-8335-465E-7F757F81AB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69296" y="4918757"/>
            <a:ext cx="1165565" cy="1165565"/>
          </a:xfrm>
          <a:prstGeom prst="rect">
            <a:avLst/>
          </a:prstGeom>
        </p:spPr>
      </p:pic>
      <p:pic>
        <p:nvPicPr>
          <p:cNvPr id="30" name="Graphic 1">
            <a:extLst>
              <a:ext uri="{FF2B5EF4-FFF2-40B4-BE49-F238E27FC236}">
                <a16:creationId xmlns:a16="http://schemas.microsoft.com/office/drawing/2014/main" id="{83DBB76E-D9CA-FDA2-905C-6A4534DA30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89911" y="1441175"/>
            <a:ext cx="872114" cy="843360"/>
          </a:xfrm>
          <a:prstGeom prst="rect">
            <a:avLst/>
          </a:prstGeom>
        </p:spPr>
      </p:pic>
      <p:pic>
        <p:nvPicPr>
          <p:cNvPr id="31" name="Graphic 1">
            <a:extLst>
              <a:ext uri="{FF2B5EF4-FFF2-40B4-BE49-F238E27FC236}">
                <a16:creationId xmlns:a16="http://schemas.microsoft.com/office/drawing/2014/main" id="{EA586760-A274-714B-C0F8-B1E7E347F9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393119" y="1843579"/>
            <a:ext cx="872114" cy="84336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92556325-DB8A-D241-F64B-BA242B515972}"/>
              </a:ext>
            </a:extLst>
          </p:cNvPr>
          <p:cNvSpPr/>
          <p:nvPr/>
        </p:nvSpPr>
        <p:spPr>
          <a:xfrm>
            <a:off x="836762" y="1260895"/>
            <a:ext cx="10532852" cy="1532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7E877DB-1D6C-0DCA-6963-7E9D078E1AC8}"/>
              </a:ext>
            </a:extLst>
          </p:cNvPr>
          <p:cNvSpPr/>
          <p:nvPr/>
        </p:nvSpPr>
        <p:spPr>
          <a:xfrm>
            <a:off x="851138" y="2914291"/>
            <a:ext cx="10532852" cy="1532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0CA363F-66DD-9C69-A22C-DDF91A916681}"/>
              </a:ext>
            </a:extLst>
          </p:cNvPr>
          <p:cNvSpPr/>
          <p:nvPr/>
        </p:nvSpPr>
        <p:spPr>
          <a:xfrm>
            <a:off x="836760" y="4567687"/>
            <a:ext cx="10532852" cy="183455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544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873A2-183C-972C-A486-4C51829D9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884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57C6B-57E8-FB2E-F6B8-AA5B71F35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Survey!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243C4-4612-DD9A-388A-89AADD418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370163"/>
            <a:ext cx="6359596" cy="4878236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r>
              <a:rPr lang="en-US" dirty="0">
                <a:latin typeface="Arial"/>
                <a:cs typeface="Arial"/>
              </a:rPr>
              <a:t>Please fill out this survey while you wait!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latin typeface="Arial"/>
                <a:cs typeface="Arial"/>
              </a:rPr>
              <a:t>This will help us know what went well and what didn't, and how we can improve our events in the future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latin typeface="Arial"/>
                <a:cs typeface="Arial"/>
              </a:rPr>
              <a:t>Thank you!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F267F5-A23F-238C-36B4-80C5D092C305}"/>
              </a:ext>
            </a:extLst>
          </p:cNvPr>
          <p:cNvSpPr/>
          <p:nvPr/>
        </p:nvSpPr>
        <p:spPr>
          <a:xfrm>
            <a:off x="7770779" y="2080098"/>
            <a:ext cx="3281462" cy="300584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/>
                <a:cs typeface="Arial"/>
              </a:rPr>
              <a:t>Replace this with a QR code to your survey. </a:t>
            </a:r>
            <a:endParaRPr lang="en-US" dirty="0">
              <a:latin typeface="Arial"/>
              <a:cs typeface="Arial"/>
            </a:endParaRPr>
          </a:p>
          <a:p>
            <a:pPr algn="ctr"/>
            <a:endParaRPr lang="en-US" b="1" dirty="0">
              <a:latin typeface="Arial"/>
              <a:cs typeface="Arial"/>
            </a:endParaRPr>
          </a:p>
          <a:p>
            <a:pPr algn="ctr"/>
            <a:r>
              <a:rPr lang="en-US" b="1" dirty="0">
                <a:latin typeface="Arial"/>
                <a:cs typeface="Arial"/>
              </a:rPr>
              <a:t>This can be made using any online service, such as </a:t>
            </a:r>
            <a:r>
              <a:rPr lang="en-US" dirty="0">
                <a:ea typeface="+mn-lt"/>
                <a:cs typeface="+mn-lt"/>
              </a:rPr>
              <a:t>https://www.qr-code-generator.com/</a:t>
            </a:r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67006352"/>
      </p:ext>
    </p:extLst>
  </p:cSld>
  <p:clrMapOvr>
    <a:masterClrMapping/>
  </p:clrMapOvr>
</p:sld>
</file>

<file path=ppt/theme/theme1.xml><?xml version="1.0" encoding="utf-8"?>
<a:theme xmlns:a="http://schemas.openxmlformats.org/drawingml/2006/main" name="MW_Public_widescreen">
  <a:themeElements>
    <a:clrScheme name="TMW_PPT">
      <a:dk1>
        <a:sysClr val="windowText" lastClr="000000"/>
      </a:dk1>
      <a:lt1>
        <a:sysClr val="window" lastClr="FFFFFF"/>
      </a:lt1>
      <a:dk2>
        <a:srgbClr val="125687"/>
      </a:dk2>
      <a:lt2>
        <a:srgbClr val="EEECE1"/>
      </a:lt2>
      <a:accent1>
        <a:srgbClr val="95B3D7"/>
      </a:accent1>
      <a:accent2>
        <a:srgbClr val="781414"/>
      </a:accent2>
      <a:accent3>
        <a:srgbClr val="697819"/>
      </a:accent3>
      <a:accent4>
        <a:srgbClr val="D27809"/>
      </a:accent4>
      <a:accent5>
        <a:srgbClr val="BFBFBF"/>
      </a:accent5>
      <a:accent6>
        <a:srgbClr val="E5DD9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w_public.potx" id="{3DD6725F-6445-465B-A542-7ED0D4FD4927}" vid="{F8F95017-F025-4876-A035-67E066E74B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DADE9B5A202A428AD04D9209AEA083" ma:contentTypeVersion="17" ma:contentTypeDescription="Create a new document." ma:contentTypeScope="" ma:versionID="26fc5d8574b7f8351928ef07f1f16fa1">
  <xsd:schema xmlns:xsd="http://www.w3.org/2001/XMLSchema" xmlns:xs="http://www.w3.org/2001/XMLSchema" xmlns:p="http://schemas.microsoft.com/office/2006/metadata/properties" xmlns:ns2="acf9abf7-c116-4b83-8cff-9672c66dcb6b" xmlns:ns3="0ee7129e-4925-480d-949a-39847433c3b8" targetNamespace="http://schemas.microsoft.com/office/2006/metadata/properties" ma:root="true" ma:fieldsID="2aeff1c53fc3e2789aed9dc3292468f3" ns2:_="" ns3:_="">
    <xsd:import namespace="acf9abf7-c116-4b83-8cff-9672c66dcb6b"/>
    <xsd:import namespace="0ee7129e-4925-480d-949a-39847433c3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f9abf7-c116-4b83-8cff-9672c66dc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dc2fbcc8-9673-4dab-87c4-578ccfafc1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e7129e-4925-480d-949a-39847433c3b8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0cfcc591-3763-4901-b236-5d61e2cd5f5b}" ma:internalName="TaxCatchAll" ma:showField="CatchAllData" ma:web="0ee7129e-4925-480d-949a-39847433c3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ee7129e-4925-480d-949a-39847433c3b8" xsi:nil="true"/>
    <lcf76f155ced4ddcb4097134ff3c332f xmlns="acf9abf7-c116-4b83-8cff-9672c66dcb6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46C6CE6-E4B9-48B9-A693-296C11BCBA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f9abf7-c116-4b83-8cff-9672c66dcb6b"/>
    <ds:schemaRef ds:uri="0ee7129e-4925-480d-949a-39847433c3b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3B851B7-D313-4E85-A1E0-5976CFE11EC3}">
  <ds:schemaRefs>
    <ds:schemaRef ds:uri="0ee7129e-4925-480d-949a-39847433c3b8"/>
    <ds:schemaRef ds:uri="2c66c7a5-56f4-4061-a272-0f58f27d9d7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acf9abf7-c116-4b83-8cff-9672c66dcb6b"/>
  </ds:schemaRefs>
</ds:datastoreItem>
</file>

<file path=customXml/itemProps3.xml><?xml version="1.0" encoding="utf-8"?>
<ds:datastoreItem xmlns:ds="http://schemas.openxmlformats.org/officeDocument/2006/customXml" ds:itemID="{3B61DF2E-245C-45DF-A9A5-EABECEA4295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386</Words>
  <Application>Microsoft Office PowerPoint</Application>
  <PresentationFormat>Widescreen</PresentationFormat>
  <Paragraphs>69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Courier New</vt:lpstr>
      <vt:lpstr>Wingdings</vt:lpstr>
      <vt:lpstr>MW_Public_widescreen</vt:lpstr>
      <vt:lpstr>Welcome!</vt:lpstr>
      <vt:lpstr>Agenda</vt:lpstr>
      <vt:lpstr>Problem Statement</vt:lpstr>
      <vt:lpstr>Agenda</vt:lpstr>
      <vt:lpstr>Submission Guidelines</vt:lpstr>
      <vt:lpstr>Judging</vt:lpstr>
      <vt:lpstr>Technical Resources for Participants</vt:lpstr>
      <vt:lpstr>Tips for getting started</vt:lpstr>
      <vt:lpstr>Questions?</vt:lpstr>
      <vt:lpstr>Survey!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MathWorks Minidrone Competition at NUMA 2019 Strategy and Timeline</dc:title>
  <dc:subject/>
  <dc:creator>Maitreyee Mordekar</dc:creator>
  <cp:keywords>Version 19.0</cp:keywords>
  <dc:description/>
  <cp:lastModifiedBy>Grace Woolson</cp:lastModifiedBy>
  <cp:revision>258</cp:revision>
  <dcterms:created xsi:type="dcterms:W3CDTF">2019-05-21T03:35:25Z</dcterms:created>
  <dcterms:modified xsi:type="dcterms:W3CDTF">2025-12-18T14:58:10Z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441712758</vt:i4>
  </property>
  <property fmtid="{D5CDD505-2E9C-101B-9397-08002B2CF9AE}" pid="3" name="_NewReviewCycle">
    <vt:lpwstr/>
  </property>
  <property fmtid="{D5CDD505-2E9C-101B-9397-08002B2CF9AE}" pid="4" name="_EmailSubject">
    <vt:lpwstr>Quick PPT question</vt:lpwstr>
  </property>
  <property fmtid="{D5CDD505-2E9C-101B-9397-08002B2CF9AE}" pid="5" name="_AuthorEmail">
    <vt:lpwstr>Julie.Cornell@mathworks.com</vt:lpwstr>
  </property>
  <property fmtid="{D5CDD505-2E9C-101B-9397-08002B2CF9AE}" pid="6" name="_AuthorEmailDisplayName">
    <vt:lpwstr>Julie Cornell</vt:lpwstr>
  </property>
  <property fmtid="{D5CDD505-2E9C-101B-9397-08002B2CF9AE}" pid="7" name="ContentTypeId">
    <vt:lpwstr>0x01010098DADE9B5A202A428AD04D9209AEA083</vt:lpwstr>
  </property>
  <property fmtid="{D5CDD505-2E9C-101B-9397-08002B2CF9AE}" pid="8" name="Order">
    <vt:r8>47491500</vt:r8>
  </property>
  <property fmtid="{D5CDD505-2E9C-101B-9397-08002B2CF9AE}" pid="9" name="xd_Signature">
    <vt:bool>false</vt:bool>
  </property>
  <property fmtid="{D5CDD505-2E9C-101B-9397-08002B2CF9AE}" pid="10" name="xd_ProgID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MediaServiceImageTags">
    <vt:lpwstr/>
  </property>
</Properties>
</file>