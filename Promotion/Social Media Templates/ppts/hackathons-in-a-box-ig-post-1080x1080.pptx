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sldIdLst>
    <p:sldId id="257" r:id="rId5"/>
    <p:sldId id="258" r:id="rId6"/>
    <p:sldId id="259" r:id="rId7"/>
  </p:sldIdLst>
  <p:sldSz cx="13716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1F50CA-84AD-4B73-8DCD-6E0573B05FE4}" v="1" dt="2023-08-16T14:41:56.1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ce Woolson" userId="d66316ce-2f95-4434-a324-dd1cc6260d5c" providerId="ADAL" clId="{E61F50CA-84AD-4B73-8DCD-6E0573B05FE4}"/>
    <pc:docChg chg="mod">
      <pc:chgData name="Grace Woolson" userId="d66316ce-2f95-4434-a324-dd1cc6260d5c" providerId="ADAL" clId="{E61F50CA-84AD-4B73-8DCD-6E0573B05FE4}" dt="2023-08-16T14:41:56.103" v="0"/>
      <pc:docMkLst>
        <pc:docMk/>
      </pc:docMkLst>
    </pc:docChg>
  </pc:docChgLst>
  <pc:docChgLst>
    <pc:chgData name="Brian Wheatcraft" userId="556071ee-9f6d-438e-8a90-a84646251e72" providerId="ADAL" clId="{05AE068F-F23C-994D-812F-C41A01588ED5}"/>
    <pc:docChg chg="undo custSel modSld">
      <pc:chgData name="Brian Wheatcraft" userId="556071ee-9f6d-438e-8a90-a84646251e72" providerId="ADAL" clId="{05AE068F-F23C-994D-812F-C41A01588ED5}" dt="2022-02-02T22:09:06.810" v="16" actId="1076"/>
      <pc:docMkLst>
        <pc:docMk/>
      </pc:docMkLst>
      <pc:sldChg chg="addSp modSp mod">
        <pc:chgData name="Brian Wheatcraft" userId="556071ee-9f6d-438e-8a90-a84646251e72" providerId="ADAL" clId="{05AE068F-F23C-994D-812F-C41A01588ED5}" dt="2022-02-02T22:09:06.810" v="16" actId="1076"/>
        <pc:sldMkLst>
          <pc:docMk/>
          <pc:sldMk cId="1809741796" sldId="257"/>
        </pc:sldMkLst>
        <pc:spChg chg="mod">
          <ac:chgData name="Brian Wheatcraft" userId="556071ee-9f6d-438e-8a90-a84646251e72" providerId="ADAL" clId="{05AE068F-F23C-994D-812F-C41A01588ED5}" dt="2022-02-02T22:09:06.810" v="16" actId="1076"/>
          <ac:spMkLst>
            <pc:docMk/>
            <pc:sldMk cId="1809741796" sldId="257"/>
            <ac:spMk id="6" creationId="{0A98AF2E-D405-A644-92A3-171C4D4EA7D7}"/>
          </ac:spMkLst>
        </pc:spChg>
        <pc:picChg chg="add mod">
          <ac:chgData name="Brian Wheatcraft" userId="556071ee-9f6d-438e-8a90-a84646251e72" providerId="ADAL" clId="{05AE068F-F23C-994D-812F-C41A01588ED5}" dt="2022-02-02T22:08:54.640" v="13" actId="1076"/>
          <ac:picMkLst>
            <pc:docMk/>
            <pc:sldMk cId="1809741796" sldId="257"/>
            <ac:picMk id="3" creationId="{2875287D-8E9A-5348-A884-E47DA4A5300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244726"/>
            <a:ext cx="11658600" cy="47752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7204076"/>
            <a:ext cx="10287000" cy="3311524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96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68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3419479"/>
            <a:ext cx="11830050" cy="5705474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9178929"/>
            <a:ext cx="11830050" cy="3000374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89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750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730253"/>
            <a:ext cx="11830050" cy="26511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3362326"/>
            <a:ext cx="5802510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5010150"/>
            <a:ext cx="5802510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6" y="3362326"/>
            <a:ext cx="5831087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6" y="5010150"/>
            <a:ext cx="583108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75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33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75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1974853"/>
            <a:ext cx="6943725" cy="974725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3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1974853"/>
            <a:ext cx="6943725" cy="9747250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76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8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730250"/>
            <a:ext cx="2957513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730250"/>
            <a:ext cx="8701088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730253"/>
            <a:ext cx="1183005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3651250"/>
            <a:ext cx="1183005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85319-B07E-BA43-9496-7FC0A57CC56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12712703"/>
            <a:ext cx="462915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CA464-20DB-894C-BCEB-811BF467C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5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81D84B-B3DD-E24A-81E0-7C66A664D4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3716000" cy="1371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3BDED5-F705-2DD8-3DBB-7D6576E50FFB}"/>
              </a:ext>
            </a:extLst>
          </p:cNvPr>
          <p:cNvSpPr txBox="1"/>
          <p:nvPr/>
        </p:nvSpPr>
        <p:spPr>
          <a:xfrm>
            <a:off x="1852639" y="2982825"/>
            <a:ext cx="8737390" cy="3170099"/>
          </a:xfrm>
          <a:prstGeom prst="rect">
            <a:avLst/>
          </a:prstGeom>
          <a:noFill/>
          <a:effectLst>
            <a:outerShdw blurRad="245020" sx="195000" sy="195000" algn="ctr" rotWithShape="0">
              <a:schemeClr val="tx1"/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0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Resources for Hackathons</a:t>
            </a:r>
          </a:p>
        </p:txBody>
      </p:sp>
      <p:pic>
        <p:nvPicPr>
          <p:cNvPr id="4" name="Picture 3" descr="A picture containing text, clipart, brass knucks&#10;&#10;Description automatically generated">
            <a:extLst>
              <a:ext uri="{FF2B5EF4-FFF2-40B4-BE49-F238E27FC236}">
                <a16:creationId xmlns:a16="http://schemas.microsoft.com/office/drawing/2014/main" id="{45A18238-3494-31F7-7989-DF5222BFE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037" y="1701145"/>
            <a:ext cx="7545195" cy="74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741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81D84B-B3DD-E24A-81E0-7C66A664D4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3716000" cy="13716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98AF2E-D405-A644-92A3-171C4D4EA7D7}"/>
              </a:ext>
            </a:extLst>
          </p:cNvPr>
          <p:cNvSpPr txBox="1"/>
          <p:nvPr/>
        </p:nvSpPr>
        <p:spPr>
          <a:xfrm>
            <a:off x="1852639" y="2982825"/>
            <a:ext cx="8737390" cy="3170099"/>
          </a:xfrm>
          <a:prstGeom prst="rect">
            <a:avLst/>
          </a:prstGeom>
          <a:noFill/>
          <a:effectLst>
            <a:outerShdw blurRad="245020" sx="195000" sy="195000" algn="ctr" rotWithShape="0">
              <a:schemeClr val="tx1"/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0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Resources for Hackathons</a:t>
            </a:r>
          </a:p>
        </p:txBody>
      </p:sp>
      <p:pic>
        <p:nvPicPr>
          <p:cNvPr id="3" name="Picture 2" descr="A picture containing text, clipart, brass knucks&#10;&#10;Description automatically generated">
            <a:extLst>
              <a:ext uri="{FF2B5EF4-FFF2-40B4-BE49-F238E27FC236}">
                <a16:creationId xmlns:a16="http://schemas.microsoft.com/office/drawing/2014/main" id="{2875287D-8E9A-5348-A884-E47DA4A53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037" y="1701145"/>
            <a:ext cx="7545195" cy="74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515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81D84B-B3DD-E24A-81E0-7C66A664D4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3716000" cy="1371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EA8F8E-D849-17F7-6EC4-713F7A8B66A1}"/>
              </a:ext>
            </a:extLst>
          </p:cNvPr>
          <p:cNvSpPr txBox="1"/>
          <p:nvPr/>
        </p:nvSpPr>
        <p:spPr>
          <a:xfrm>
            <a:off x="1852639" y="2982825"/>
            <a:ext cx="8737390" cy="3170099"/>
          </a:xfrm>
          <a:prstGeom prst="rect">
            <a:avLst/>
          </a:prstGeom>
          <a:noFill/>
          <a:effectLst>
            <a:outerShdw blurRad="245020" sx="195000" sy="195000" algn="ctr" rotWithShape="0">
              <a:schemeClr val="tx1"/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0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Resources for Hackathons</a:t>
            </a:r>
          </a:p>
        </p:txBody>
      </p:sp>
      <p:pic>
        <p:nvPicPr>
          <p:cNvPr id="4" name="Picture 3" descr="A picture containing text, clipart, brass knucks&#10;&#10;Description automatically generated">
            <a:extLst>
              <a:ext uri="{FF2B5EF4-FFF2-40B4-BE49-F238E27FC236}">
                <a16:creationId xmlns:a16="http://schemas.microsoft.com/office/drawing/2014/main" id="{ABEF16E1-CF6E-F0C1-8CAD-91381321C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037" y="1701145"/>
            <a:ext cx="7545195" cy="74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93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DADE9B5A202A428AD04D9209AEA083" ma:contentTypeVersion="17" ma:contentTypeDescription="Create a new document." ma:contentTypeScope="" ma:versionID="26fc5d8574b7f8351928ef07f1f16fa1">
  <xsd:schema xmlns:xsd="http://www.w3.org/2001/XMLSchema" xmlns:xs="http://www.w3.org/2001/XMLSchema" xmlns:p="http://schemas.microsoft.com/office/2006/metadata/properties" xmlns:ns2="acf9abf7-c116-4b83-8cff-9672c66dcb6b" xmlns:ns3="0ee7129e-4925-480d-949a-39847433c3b8" targetNamespace="http://schemas.microsoft.com/office/2006/metadata/properties" ma:root="true" ma:fieldsID="2aeff1c53fc3e2789aed9dc3292468f3" ns2:_="" ns3:_="">
    <xsd:import namespace="acf9abf7-c116-4b83-8cff-9672c66dcb6b"/>
    <xsd:import namespace="0ee7129e-4925-480d-949a-39847433c3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f9abf7-c116-4b83-8cff-9672c66dc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c2fbcc8-9673-4dab-87c4-578ccfafc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e7129e-4925-480d-949a-39847433c3b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0cfcc591-3763-4901-b236-5d61e2cd5f5b}" ma:internalName="TaxCatchAll" ma:showField="CatchAllData" ma:web="0ee7129e-4925-480d-949a-39847433c3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e7129e-4925-480d-949a-39847433c3b8" xsi:nil="true"/>
    <lcf76f155ced4ddcb4097134ff3c332f xmlns="acf9abf7-c116-4b83-8cff-9672c66dcb6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C814A0-0145-49FD-8F2F-583907DD3041}"/>
</file>

<file path=customXml/itemProps2.xml><?xml version="1.0" encoding="utf-8"?>
<ds:datastoreItem xmlns:ds="http://schemas.openxmlformats.org/officeDocument/2006/customXml" ds:itemID="{6DBADC96-0657-487F-8F7A-0D9292FDB842}">
  <ds:schemaRefs>
    <ds:schemaRef ds:uri="0ee7129e-4925-480d-949a-39847433c3b8"/>
    <ds:schemaRef ds:uri="acf9abf7-c116-4b83-8cff-9672c66dcb6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80C2866-A7AB-4637-BBD3-3535243E5C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Brian Wheatcraft</dc:creator>
  <cp:revision>1</cp:revision>
  <dcterms:created xsi:type="dcterms:W3CDTF">2022-01-09T22:25:14Z</dcterms:created>
  <dcterms:modified xsi:type="dcterms:W3CDTF">2023-08-16T14:42:04Z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0x01010098DADE9B5A202A428AD04D9209AEA083</vt:lpwstr>
  </property>
  <property fmtid="{D5CDD505-2E9C-101B-9397-08002B2CF9AE}" pid="3" name="MediaServiceImageTags">
    <vt:lpwstr/>
  </property>
</Properties>
</file>