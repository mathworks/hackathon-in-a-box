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sldIdLst>
    <p:sldId id="257" r:id="rId5"/>
    <p:sldId id="258" r:id="rId6"/>
    <p:sldId id="259" r:id="rId7"/>
  </p:sldIdLst>
  <p:sldSz cx="13716000" cy="24387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/>
    <p:restoredTop sz="96327"/>
  </p:normalViewPr>
  <p:slideViewPr>
    <p:cSldViewPr snapToGrid="0" snapToObjects="1">
      <p:cViewPr varScale="1">
        <p:scale>
          <a:sx n="31" d="100"/>
          <a:sy n="31" d="100"/>
        </p:scale>
        <p:origin x="35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Wheatcraft" userId="556071ee-9f6d-438e-8a90-a84646251e72" providerId="ADAL" clId="{CBA6FE52-2478-DA45-8D43-8C3ABC567A45}"/>
    <pc:docChg chg="modSld">
      <pc:chgData name="Brian Wheatcraft" userId="556071ee-9f6d-438e-8a90-a84646251e72" providerId="ADAL" clId="{CBA6FE52-2478-DA45-8D43-8C3ABC567A45}" dt="2022-02-02T22:07:46.366" v="10" actId="1076"/>
      <pc:docMkLst>
        <pc:docMk/>
      </pc:docMkLst>
      <pc:sldChg chg="addSp modSp mod">
        <pc:chgData name="Brian Wheatcraft" userId="556071ee-9f6d-438e-8a90-a84646251e72" providerId="ADAL" clId="{CBA6FE52-2478-DA45-8D43-8C3ABC567A45}" dt="2022-02-02T22:07:46.366" v="10" actId="1076"/>
        <pc:sldMkLst>
          <pc:docMk/>
          <pc:sldMk cId="1809741796" sldId="257"/>
        </pc:sldMkLst>
        <pc:spChg chg="mod">
          <ac:chgData name="Brian Wheatcraft" userId="556071ee-9f6d-438e-8a90-a84646251e72" providerId="ADAL" clId="{CBA6FE52-2478-DA45-8D43-8C3ABC567A45}" dt="2022-02-02T22:07:41.380" v="9" actId="1076"/>
          <ac:spMkLst>
            <pc:docMk/>
            <pc:sldMk cId="1809741796" sldId="257"/>
            <ac:spMk id="6" creationId="{0A98AF2E-D405-A644-92A3-171C4D4EA7D7}"/>
          </ac:spMkLst>
        </pc:spChg>
        <pc:picChg chg="add mod">
          <ac:chgData name="Brian Wheatcraft" userId="556071ee-9f6d-438e-8a90-a84646251e72" providerId="ADAL" clId="{CBA6FE52-2478-DA45-8D43-8C3ABC567A45}" dt="2022-02-02T22:07:46.366" v="10" actId="1076"/>
          <ac:picMkLst>
            <pc:docMk/>
            <pc:sldMk cId="1809741796" sldId="257"/>
            <ac:picMk id="3" creationId="{7B71C418-0FD8-6049-A210-9E6E7B0FB4C0}"/>
          </ac:picMkLst>
        </pc:picChg>
      </pc:sldChg>
    </pc:docChg>
  </pc:docChgLst>
  <pc:docChgLst>
    <pc:chgData name="Grace Woolson" userId="d66316ce-2f95-4434-a324-dd1cc6260d5c" providerId="ADAL" clId="{B5473FAA-0438-4F43-9452-1EBF418BD416}"/>
    <pc:docChg chg="mod">
      <pc:chgData name="Grace Woolson" userId="d66316ce-2f95-4434-a324-dd1cc6260d5c" providerId="ADAL" clId="{B5473FAA-0438-4F43-9452-1EBF418BD416}" dt="2023-08-16T14:42:20.564" v="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3991144"/>
            <a:ext cx="11658600" cy="849035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12808914"/>
            <a:ext cx="10287000" cy="5887920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4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72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6079865"/>
            <a:ext cx="11830050" cy="1014438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16320221"/>
            <a:ext cx="11830050" cy="5334693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7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6491956"/>
            <a:ext cx="5829300" cy="15473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6491956"/>
            <a:ext cx="5829300" cy="15473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9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98396"/>
            <a:ext cx="11830050" cy="47137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5978247"/>
            <a:ext cx="5802510" cy="2929846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8908093"/>
            <a:ext cx="5802510" cy="1310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5978247"/>
            <a:ext cx="5831087" cy="2929846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8908093"/>
            <a:ext cx="5831087" cy="1310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1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0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625812"/>
            <a:ext cx="4423767" cy="569034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3511307"/>
            <a:ext cx="6943725" cy="17330701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7316152"/>
            <a:ext cx="4423767" cy="13554078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58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625812"/>
            <a:ext cx="4423767" cy="569034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3511307"/>
            <a:ext cx="6943725" cy="17330701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7316152"/>
            <a:ext cx="4423767" cy="13554078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66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1298391"/>
            <a:ext cx="2957513" cy="206670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1298391"/>
            <a:ext cx="8701088" cy="206670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3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1298396"/>
            <a:ext cx="11830050" cy="47137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6491956"/>
            <a:ext cx="11830050" cy="1547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22603304"/>
            <a:ext cx="3086100" cy="12983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22603304"/>
            <a:ext cx="4629150" cy="12983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22603304"/>
            <a:ext cx="3086100" cy="12983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7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9E414C-3D2F-5E41-B708-564FB6BD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87"/>
            <a:ext cx="13716000" cy="2438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98AF2E-D405-A644-92A3-171C4D4EA7D7}"/>
              </a:ext>
            </a:extLst>
          </p:cNvPr>
          <p:cNvSpPr txBox="1"/>
          <p:nvPr/>
        </p:nvSpPr>
        <p:spPr>
          <a:xfrm>
            <a:off x="1780867" y="8138487"/>
            <a:ext cx="9925665" cy="3785652"/>
          </a:xfrm>
          <a:prstGeom prst="rect">
            <a:avLst/>
          </a:prstGeom>
          <a:noFill/>
          <a:effectLst>
            <a:outerShdw blurRad="245020" sx="195000" sy="195000" algn="ctr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Resources for Hackathons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B71C418-0FD8-6049-A210-9E6E7B0FB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866" y="4494846"/>
            <a:ext cx="8219663" cy="236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41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9E414C-3D2F-5E41-B708-564FB6BD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87"/>
            <a:ext cx="13716000" cy="2438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98AF2E-D405-A644-92A3-171C4D4EA7D7}"/>
              </a:ext>
            </a:extLst>
          </p:cNvPr>
          <p:cNvSpPr txBox="1"/>
          <p:nvPr/>
        </p:nvSpPr>
        <p:spPr>
          <a:xfrm>
            <a:off x="1780867" y="8138487"/>
            <a:ext cx="9925665" cy="3785652"/>
          </a:xfrm>
          <a:prstGeom prst="rect">
            <a:avLst/>
          </a:prstGeom>
          <a:noFill/>
          <a:effectLst>
            <a:outerShdw blurRad="245020" sx="195000" sy="195000" algn="ctr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Resources for Hackathons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B71C418-0FD8-6049-A210-9E6E7B0FB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866" y="4494846"/>
            <a:ext cx="8219663" cy="236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92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9E414C-3D2F-5E41-B708-564FB6BD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87"/>
            <a:ext cx="13716000" cy="2438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98AF2E-D405-A644-92A3-171C4D4EA7D7}"/>
              </a:ext>
            </a:extLst>
          </p:cNvPr>
          <p:cNvSpPr txBox="1"/>
          <p:nvPr/>
        </p:nvSpPr>
        <p:spPr>
          <a:xfrm>
            <a:off x="1780867" y="8138487"/>
            <a:ext cx="9925665" cy="3785652"/>
          </a:xfrm>
          <a:prstGeom prst="rect">
            <a:avLst/>
          </a:prstGeom>
          <a:noFill/>
          <a:effectLst>
            <a:outerShdw blurRad="245020" sx="195000" sy="195000" algn="ctr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Resources for Hackathons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B71C418-0FD8-6049-A210-9E6E7B0FB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866" y="4494846"/>
            <a:ext cx="8219663" cy="236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19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DADE9B5A202A428AD04D9209AEA083" ma:contentTypeVersion="17" ma:contentTypeDescription="Create a new document." ma:contentTypeScope="" ma:versionID="26fc5d8574b7f8351928ef07f1f16fa1">
  <xsd:schema xmlns:xsd="http://www.w3.org/2001/XMLSchema" xmlns:xs="http://www.w3.org/2001/XMLSchema" xmlns:p="http://schemas.microsoft.com/office/2006/metadata/properties" xmlns:ns2="acf9abf7-c116-4b83-8cff-9672c66dcb6b" xmlns:ns3="0ee7129e-4925-480d-949a-39847433c3b8" targetNamespace="http://schemas.microsoft.com/office/2006/metadata/properties" ma:root="true" ma:fieldsID="2aeff1c53fc3e2789aed9dc3292468f3" ns2:_="" ns3:_="">
    <xsd:import namespace="acf9abf7-c116-4b83-8cff-9672c66dcb6b"/>
    <xsd:import namespace="0ee7129e-4925-480d-949a-39847433c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9abf7-c116-4b83-8cff-9672c66dc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7129e-4925-480d-949a-39847433c3b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cfcc591-3763-4901-b236-5d61e2cd5f5b}" ma:internalName="TaxCatchAll" ma:showField="CatchAllData" ma:web="0ee7129e-4925-480d-949a-39847433c3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7129e-4925-480d-949a-39847433c3b8" xsi:nil="true"/>
    <lcf76f155ced4ddcb4097134ff3c332f xmlns="acf9abf7-c116-4b83-8cff-9672c66dcb6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2EC81B1-3568-4F6D-8A9B-E682F135E3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2A401F-6253-425C-B271-DCE9FEB4BC7E}"/>
</file>

<file path=customXml/itemProps3.xml><?xml version="1.0" encoding="utf-8"?>
<ds:datastoreItem xmlns:ds="http://schemas.openxmlformats.org/officeDocument/2006/customXml" ds:itemID="{1DB74B31-1976-4186-8821-5316CFB29F3C}">
  <ds:schemaRefs>
    <ds:schemaRef ds:uri="http://purl.org/dc/terms/"/>
    <ds:schemaRef ds:uri="acf9abf7-c116-4b83-8cff-9672c66dcb6b"/>
    <ds:schemaRef ds:uri="0ee7129e-4925-480d-949a-39847433c3b8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9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Wheatcraft</dc:creator>
  <cp:lastModifiedBy>Grace Woolson</cp:lastModifiedBy>
  <cp:revision>3</cp:revision>
  <dcterms:created xsi:type="dcterms:W3CDTF">2022-01-09T22:25:14Z</dcterms:created>
  <dcterms:modified xsi:type="dcterms:W3CDTF">2023-08-16T14:42:23Z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0x01010098DADE9B5A202A428AD04D9209AEA083</vt:lpwstr>
  </property>
  <property fmtid="{D5CDD505-2E9C-101B-9397-08002B2CF9AE}" pid="3" name="MediaServiceImageTags">
    <vt:lpwstr/>
  </property>
</Properties>
</file>