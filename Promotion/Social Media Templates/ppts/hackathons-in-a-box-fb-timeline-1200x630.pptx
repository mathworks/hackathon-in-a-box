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4"/>
  </p:sldMasterIdLst>
  <p:sldIdLst>
    <p:sldId id="257" r:id="rId5"/>
    <p:sldId id="258" r:id="rId6"/>
    <p:sldId id="259" r:id="rId7"/>
  </p:sldIdLst>
  <p:sldSz cx="15243175" cy="8001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50"/>
    <p:restoredTop sz="96327"/>
  </p:normalViewPr>
  <p:slideViewPr>
    <p:cSldViewPr snapToGrid="0" snapToObjects="1">
      <p:cViewPr varScale="1">
        <p:scale>
          <a:sx n="92" d="100"/>
          <a:sy n="92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an Wheatcraft" userId="556071ee-9f6d-438e-8a90-a84646251e72" providerId="ADAL" clId="{C4B2003D-4531-0742-94EC-737589092FCD}"/>
    <pc:docChg chg="undo custSel modSld">
      <pc:chgData name="Brian Wheatcraft" userId="556071ee-9f6d-438e-8a90-a84646251e72" providerId="ADAL" clId="{C4B2003D-4531-0742-94EC-737589092FCD}" dt="2022-02-02T22:07:58.541" v="12" actId="14100"/>
      <pc:docMkLst>
        <pc:docMk/>
      </pc:docMkLst>
      <pc:sldChg chg="addSp modSp mod">
        <pc:chgData name="Brian Wheatcraft" userId="556071ee-9f6d-438e-8a90-a84646251e72" providerId="ADAL" clId="{C4B2003D-4531-0742-94EC-737589092FCD}" dt="2022-02-02T22:07:58.541" v="12" actId="14100"/>
        <pc:sldMkLst>
          <pc:docMk/>
          <pc:sldMk cId="1809741796" sldId="257"/>
        </pc:sldMkLst>
        <pc:spChg chg="mod">
          <ac:chgData name="Brian Wheatcraft" userId="556071ee-9f6d-438e-8a90-a84646251e72" providerId="ADAL" clId="{C4B2003D-4531-0742-94EC-737589092FCD}" dt="2022-02-02T22:07:58.541" v="12" actId="14100"/>
          <ac:spMkLst>
            <pc:docMk/>
            <pc:sldMk cId="1809741796" sldId="257"/>
            <ac:spMk id="6" creationId="{0A98AF2E-D405-A644-92A3-171C4D4EA7D7}"/>
          </ac:spMkLst>
        </pc:spChg>
        <pc:picChg chg="add mod">
          <ac:chgData name="Brian Wheatcraft" userId="556071ee-9f6d-438e-8a90-a84646251e72" providerId="ADAL" clId="{C4B2003D-4531-0742-94EC-737589092FCD}" dt="2022-02-02T22:06:47.147" v="10" actId="14100"/>
          <ac:picMkLst>
            <pc:docMk/>
            <pc:sldMk cId="1809741796" sldId="257"/>
            <ac:picMk id="3" creationId="{C7397681-4A43-6540-9137-D1AB555BF932}"/>
          </ac:picMkLst>
        </pc:picChg>
        <pc:picChg chg="mod">
          <ac:chgData name="Brian Wheatcraft" userId="556071ee-9f6d-438e-8a90-a84646251e72" providerId="ADAL" clId="{C4B2003D-4531-0742-94EC-737589092FCD}" dt="2022-02-02T22:06:38.354" v="8" actId="1076"/>
          <ac:picMkLst>
            <pc:docMk/>
            <pc:sldMk cId="1809741796" sldId="257"/>
            <ac:picMk id="17" creationId="{71A7B5D3-0F20-6B41-9F61-2BFF38B79CCA}"/>
          </ac:picMkLst>
        </pc:picChg>
      </pc:sldChg>
    </pc:docChg>
  </pc:docChgLst>
  <pc:docChgLst>
    <pc:chgData name="Grace Woolson" userId="d66316ce-2f95-4434-a324-dd1cc6260d5c" providerId="ADAL" clId="{3AE26320-F276-4CAB-9E21-EA17345ED2C4}"/>
    <pc:docChg chg="mod">
      <pc:chgData name="Grace Woolson" userId="d66316ce-2f95-4434-a324-dd1cc6260d5c" providerId="ADAL" clId="{3AE26320-F276-4CAB-9E21-EA17345ED2C4}" dt="2023-08-16T14:41:09.084" v="0"/>
      <pc:docMkLst>
        <pc:docMk/>
      </pc:docMkLst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5397" y="1309424"/>
            <a:ext cx="11432381" cy="2785533"/>
          </a:xfrm>
        </p:spPr>
        <p:txBody>
          <a:bodyPr anchor="b"/>
          <a:lstStyle>
            <a:lvl1pPr algn="ctr">
              <a:defRPr sz="7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5397" y="4202378"/>
            <a:ext cx="11432381" cy="1931722"/>
          </a:xfrm>
        </p:spPr>
        <p:txBody>
          <a:bodyPr/>
          <a:lstStyle>
            <a:lvl1pPr marL="0" indent="0" algn="ctr">
              <a:buNone/>
              <a:defRPr sz="2800"/>
            </a:lvl1pPr>
            <a:lvl2pPr marL="533415" indent="0" algn="ctr">
              <a:buNone/>
              <a:defRPr sz="2333"/>
            </a:lvl2pPr>
            <a:lvl3pPr marL="1066830" indent="0" algn="ctr">
              <a:buNone/>
              <a:defRPr sz="2100"/>
            </a:lvl3pPr>
            <a:lvl4pPr marL="1600246" indent="0" algn="ctr">
              <a:buNone/>
              <a:defRPr sz="1867"/>
            </a:lvl4pPr>
            <a:lvl5pPr marL="2133661" indent="0" algn="ctr">
              <a:buNone/>
              <a:defRPr sz="1867"/>
            </a:lvl5pPr>
            <a:lvl6pPr marL="2667076" indent="0" algn="ctr">
              <a:buNone/>
              <a:defRPr sz="1867"/>
            </a:lvl6pPr>
            <a:lvl7pPr marL="3200491" indent="0" algn="ctr">
              <a:buNone/>
              <a:defRPr sz="1867"/>
            </a:lvl7pPr>
            <a:lvl8pPr marL="3733907" indent="0" algn="ctr">
              <a:buNone/>
              <a:defRPr sz="1867"/>
            </a:lvl8pPr>
            <a:lvl9pPr marL="4267322" indent="0" algn="ctr">
              <a:buNone/>
              <a:defRPr sz="186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85319-B07E-BA43-9496-7FC0A57CC563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CA464-20DB-894C-BCEB-811BF467C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2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85319-B07E-BA43-9496-7FC0A57CC563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CA464-20DB-894C-BCEB-811BF467C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090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0029" y="1994695"/>
            <a:ext cx="13147238" cy="3328193"/>
          </a:xfrm>
        </p:spPr>
        <p:txBody>
          <a:bodyPr anchor="b"/>
          <a:lstStyle>
            <a:lvl1pPr>
              <a:defRPr sz="7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0029" y="5354374"/>
            <a:ext cx="13147238" cy="1750218"/>
          </a:xfrm>
        </p:spPr>
        <p:txBody>
          <a:bodyPr/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533415" indent="0">
              <a:buNone/>
              <a:defRPr sz="2333">
                <a:solidFill>
                  <a:schemeClr val="tx1">
                    <a:tint val="75000"/>
                  </a:schemeClr>
                </a:solidFill>
              </a:defRPr>
            </a:lvl2pPr>
            <a:lvl3pPr marL="106683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600246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13366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2667076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20049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373390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26732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85319-B07E-BA43-9496-7FC0A57CC563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CA464-20DB-894C-BCEB-811BF467C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659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47968" y="2129896"/>
            <a:ext cx="6478349" cy="50765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716858" y="2129896"/>
            <a:ext cx="6478349" cy="50765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85319-B07E-BA43-9496-7FC0A57CC563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CA464-20DB-894C-BCEB-811BF467C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402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9954" y="425980"/>
            <a:ext cx="13147238" cy="15464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9954" y="1961357"/>
            <a:ext cx="6448577" cy="961231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33415" indent="0">
              <a:buNone/>
              <a:defRPr sz="2333" b="1"/>
            </a:lvl2pPr>
            <a:lvl3pPr marL="1066830" indent="0">
              <a:buNone/>
              <a:defRPr sz="2100" b="1"/>
            </a:lvl3pPr>
            <a:lvl4pPr marL="1600246" indent="0">
              <a:buNone/>
              <a:defRPr sz="1867" b="1"/>
            </a:lvl4pPr>
            <a:lvl5pPr marL="2133661" indent="0">
              <a:buNone/>
              <a:defRPr sz="1867" b="1"/>
            </a:lvl5pPr>
            <a:lvl6pPr marL="2667076" indent="0">
              <a:buNone/>
              <a:defRPr sz="1867" b="1"/>
            </a:lvl6pPr>
            <a:lvl7pPr marL="3200491" indent="0">
              <a:buNone/>
              <a:defRPr sz="1867" b="1"/>
            </a:lvl7pPr>
            <a:lvl8pPr marL="3733907" indent="0">
              <a:buNone/>
              <a:defRPr sz="1867" b="1"/>
            </a:lvl8pPr>
            <a:lvl9pPr marL="4267322" indent="0">
              <a:buNone/>
              <a:defRPr sz="18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9954" y="2922588"/>
            <a:ext cx="6448577" cy="42986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716857" y="1961357"/>
            <a:ext cx="6480335" cy="961231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33415" indent="0">
              <a:buNone/>
              <a:defRPr sz="2333" b="1"/>
            </a:lvl2pPr>
            <a:lvl3pPr marL="1066830" indent="0">
              <a:buNone/>
              <a:defRPr sz="2100" b="1"/>
            </a:lvl3pPr>
            <a:lvl4pPr marL="1600246" indent="0">
              <a:buNone/>
              <a:defRPr sz="1867" b="1"/>
            </a:lvl4pPr>
            <a:lvl5pPr marL="2133661" indent="0">
              <a:buNone/>
              <a:defRPr sz="1867" b="1"/>
            </a:lvl5pPr>
            <a:lvl6pPr marL="2667076" indent="0">
              <a:buNone/>
              <a:defRPr sz="1867" b="1"/>
            </a:lvl6pPr>
            <a:lvl7pPr marL="3200491" indent="0">
              <a:buNone/>
              <a:defRPr sz="1867" b="1"/>
            </a:lvl7pPr>
            <a:lvl8pPr marL="3733907" indent="0">
              <a:buNone/>
              <a:defRPr sz="1867" b="1"/>
            </a:lvl8pPr>
            <a:lvl9pPr marL="4267322" indent="0">
              <a:buNone/>
              <a:defRPr sz="18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716857" y="2922588"/>
            <a:ext cx="6480335" cy="42986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85319-B07E-BA43-9496-7FC0A57CC563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CA464-20DB-894C-BCEB-811BF467C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676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85319-B07E-BA43-9496-7FC0A57CC563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CA464-20DB-894C-BCEB-811BF467C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609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85319-B07E-BA43-9496-7FC0A57CC563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CA464-20DB-894C-BCEB-811BF467C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352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9954" y="533400"/>
            <a:ext cx="4916320" cy="1866900"/>
          </a:xfrm>
        </p:spPr>
        <p:txBody>
          <a:bodyPr anchor="b"/>
          <a:lstStyle>
            <a:lvl1pPr>
              <a:defRPr sz="37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80335" y="1151996"/>
            <a:ext cx="7716857" cy="5685896"/>
          </a:xfrm>
        </p:spPr>
        <p:txBody>
          <a:bodyPr/>
          <a:lstStyle>
            <a:lvl1pPr>
              <a:defRPr sz="3733"/>
            </a:lvl1pPr>
            <a:lvl2pPr>
              <a:defRPr sz="3267"/>
            </a:lvl2pPr>
            <a:lvl3pPr>
              <a:defRPr sz="2800"/>
            </a:lvl3pPr>
            <a:lvl4pPr>
              <a:defRPr sz="2333"/>
            </a:lvl4pPr>
            <a:lvl5pPr>
              <a:defRPr sz="2333"/>
            </a:lvl5pPr>
            <a:lvl6pPr>
              <a:defRPr sz="2333"/>
            </a:lvl6pPr>
            <a:lvl7pPr>
              <a:defRPr sz="2333"/>
            </a:lvl7pPr>
            <a:lvl8pPr>
              <a:defRPr sz="2333"/>
            </a:lvl8pPr>
            <a:lvl9pPr>
              <a:defRPr sz="2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9954" y="2400300"/>
            <a:ext cx="4916320" cy="4446853"/>
          </a:xfrm>
        </p:spPr>
        <p:txBody>
          <a:bodyPr/>
          <a:lstStyle>
            <a:lvl1pPr marL="0" indent="0">
              <a:buNone/>
              <a:defRPr sz="1867"/>
            </a:lvl1pPr>
            <a:lvl2pPr marL="533415" indent="0">
              <a:buNone/>
              <a:defRPr sz="1633"/>
            </a:lvl2pPr>
            <a:lvl3pPr marL="1066830" indent="0">
              <a:buNone/>
              <a:defRPr sz="1400"/>
            </a:lvl3pPr>
            <a:lvl4pPr marL="1600246" indent="0">
              <a:buNone/>
              <a:defRPr sz="1167"/>
            </a:lvl4pPr>
            <a:lvl5pPr marL="2133661" indent="0">
              <a:buNone/>
              <a:defRPr sz="1167"/>
            </a:lvl5pPr>
            <a:lvl6pPr marL="2667076" indent="0">
              <a:buNone/>
              <a:defRPr sz="1167"/>
            </a:lvl6pPr>
            <a:lvl7pPr marL="3200491" indent="0">
              <a:buNone/>
              <a:defRPr sz="1167"/>
            </a:lvl7pPr>
            <a:lvl8pPr marL="3733907" indent="0">
              <a:buNone/>
              <a:defRPr sz="1167"/>
            </a:lvl8pPr>
            <a:lvl9pPr marL="4267322" indent="0">
              <a:buNone/>
              <a:defRPr sz="11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85319-B07E-BA43-9496-7FC0A57CC563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CA464-20DB-894C-BCEB-811BF467C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434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9954" y="533400"/>
            <a:ext cx="4916320" cy="1866900"/>
          </a:xfrm>
        </p:spPr>
        <p:txBody>
          <a:bodyPr anchor="b"/>
          <a:lstStyle>
            <a:lvl1pPr>
              <a:defRPr sz="37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80335" y="1151996"/>
            <a:ext cx="7716857" cy="5685896"/>
          </a:xfrm>
        </p:spPr>
        <p:txBody>
          <a:bodyPr anchor="t"/>
          <a:lstStyle>
            <a:lvl1pPr marL="0" indent="0">
              <a:buNone/>
              <a:defRPr sz="3733"/>
            </a:lvl1pPr>
            <a:lvl2pPr marL="533415" indent="0">
              <a:buNone/>
              <a:defRPr sz="3267"/>
            </a:lvl2pPr>
            <a:lvl3pPr marL="1066830" indent="0">
              <a:buNone/>
              <a:defRPr sz="2800"/>
            </a:lvl3pPr>
            <a:lvl4pPr marL="1600246" indent="0">
              <a:buNone/>
              <a:defRPr sz="2333"/>
            </a:lvl4pPr>
            <a:lvl5pPr marL="2133661" indent="0">
              <a:buNone/>
              <a:defRPr sz="2333"/>
            </a:lvl5pPr>
            <a:lvl6pPr marL="2667076" indent="0">
              <a:buNone/>
              <a:defRPr sz="2333"/>
            </a:lvl6pPr>
            <a:lvl7pPr marL="3200491" indent="0">
              <a:buNone/>
              <a:defRPr sz="2333"/>
            </a:lvl7pPr>
            <a:lvl8pPr marL="3733907" indent="0">
              <a:buNone/>
              <a:defRPr sz="2333"/>
            </a:lvl8pPr>
            <a:lvl9pPr marL="4267322" indent="0">
              <a:buNone/>
              <a:defRPr sz="23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9954" y="2400300"/>
            <a:ext cx="4916320" cy="4446853"/>
          </a:xfrm>
        </p:spPr>
        <p:txBody>
          <a:bodyPr/>
          <a:lstStyle>
            <a:lvl1pPr marL="0" indent="0">
              <a:buNone/>
              <a:defRPr sz="1867"/>
            </a:lvl1pPr>
            <a:lvl2pPr marL="533415" indent="0">
              <a:buNone/>
              <a:defRPr sz="1633"/>
            </a:lvl2pPr>
            <a:lvl3pPr marL="1066830" indent="0">
              <a:buNone/>
              <a:defRPr sz="1400"/>
            </a:lvl3pPr>
            <a:lvl4pPr marL="1600246" indent="0">
              <a:buNone/>
              <a:defRPr sz="1167"/>
            </a:lvl4pPr>
            <a:lvl5pPr marL="2133661" indent="0">
              <a:buNone/>
              <a:defRPr sz="1167"/>
            </a:lvl5pPr>
            <a:lvl6pPr marL="2667076" indent="0">
              <a:buNone/>
              <a:defRPr sz="1167"/>
            </a:lvl6pPr>
            <a:lvl7pPr marL="3200491" indent="0">
              <a:buNone/>
              <a:defRPr sz="1167"/>
            </a:lvl7pPr>
            <a:lvl8pPr marL="3733907" indent="0">
              <a:buNone/>
              <a:defRPr sz="1167"/>
            </a:lvl8pPr>
            <a:lvl9pPr marL="4267322" indent="0">
              <a:buNone/>
              <a:defRPr sz="11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85319-B07E-BA43-9496-7FC0A57CC563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CA464-20DB-894C-BCEB-811BF467C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379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85319-B07E-BA43-9496-7FC0A57CC563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CA464-20DB-894C-BCEB-811BF467C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060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908397" y="425979"/>
            <a:ext cx="3286810" cy="678047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47968" y="425979"/>
            <a:ext cx="9669889" cy="678047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85319-B07E-BA43-9496-7FC0A57CC563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CA464-20DB-894C-BCEB-811BF467C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0100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7969" y="425980"/>
            <a:ext cx="13147238" cy="15464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7969" y="2129896"/>
            <a:ext cx="13147238" cy="50765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47968" y="7415742"/>
            <a:ext cx="3429714" cy="4259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485319-B07E-BA43-9496-7FC0A57CC563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49302" y="7415742"/>
            <a:ext cx="5144572" cy="4259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65493" y="7415742"/>
            <a:ext cx="3429714" cy="4259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3CA464-20DB-894C-BCEB-811BF467C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053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1066830" rtl="0" eaLnBrk="1" latinLnBrk="0" hangingPunct="1">
        <a:lnSpc>
          <a:spcPct val="90000"/>
        </a:lnSpc>
        <a:spcBef>
          <a:spcPct val="0"/>
        </a:spcBef>
        <a:buNone/>
        <a:defRPr sz="51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6708" indent="-266708" algn="l" defTabSz="1066830" rtl="0" eaLnBrk="1" latinLnBrk="0" hangingPunct="1">
        <a:lnSpc>
          <a:spcPct val="90000"/>
        </a:lnSpc>
        <a:spcBef>
          <a:spcPts val="1167"/>
        </a:spcBef>
        <a:buFont typeface="Arial" panose="020B0604020202020204" pitchFamily="34" charset="0"/>
        <a:buChar char="•"/>
        <a:defRPr sz="3267" kern="1200">
          <a:solidFill>
            <a:schemeClr val="tx1"/>
          </a:solidFill>
          <a:latin typeface="+mn-lt"/>
          <a:ea typeface="+mn-ea"/>
          <a:cs typeface="+mn-cs"/>
        </a:defRPr>
      </a:lvl1pPr>
      <a:lvl2pPr marL="800123" indent="-266708" algn="l" defTabSz="1066830" rtl="0" eaLnBrk="1" latinLnBrk="0" hangingPunct="1">
        <a:lnSpc>
          <a:spcPct val="90000"/>
        </a:lnSpc>
        <a:spcBef>
          <a:spcPts val="583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333538" indent="-266708" algn="l" defTabSz="1066830" rtl="0" eaLnBrk="1" latinLnBrk="0" hangingPunct="1">
        <a:lnSpc>
          <a:spcPct val="90000"/>
        </a:lnSpc>
        <a:spcBef>
          <a:spcPts val="583"/>
        </a:spcBef>
        <a:buFont typeface="Arial" panose="020B0604020202020204" pitchFamily="34" charset="0"/>
        <a:buChar char="•"/>
        <a:defRPr sz="2333" kern="1200">
          <a:solidFill>
            <a:schemeClr val="tx1"/>
          </a:solidFill>
          <a:latin typeface="+mn-lt"/>
          <a:ea typeface="+mn-ea"/>
          <a:cs typeface="+mn-cs"/>
        </a:defRPr>
      </a:lvl3pPr>
      <a:lvl4pPr marL="1866953" indent="-266708" algn="l" defTabSz="1066830" rtl="0" eaLnBrk="1" latinLnBrk="0" hangingPunct="1">
        <a:lnSpc>
          <a:spcPct val="90000"/>
        </a:lnSpc>
        <a:spcBef>
          <a:spcPts val="583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400369" indent="-266708" algn="l" defTabSz="1066830" rtl="0" eaLnBrk="1" latinLnBrk="0" hangingPunct="1">
        <a:lnSpc>
          <a:spcPct val="90000"/>
        </a:lnSpc>
        <a:spcBef>
          <a:spcPts val="583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933784" indent="-266708" algn="l" defTabSz="1066830" rtl="0" eaLnBrk="1" latinLnBrk="0" hangingPunct="1">
        <a:lnSpc>
          <a:spcPct val="90000"/>
        </a:lnSpc>
        <a:spcBef>
          <a:spcPts val="583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467199" indent="-266708" algn="l" defTabSz="1066830" rtl="0" eaLnBrk="1" latinLnBrk="0" hangingPunct="1">
        <a:lnSpc>
          <a:spcPct val="90000"/>
        </a:lnSpc>
        <a:spcBef>
          <a:spcPts val="583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4000614" indent="-266708" algn="l" defTabSz="1066830" rtl="0" eaLnBrk="1" latinLnBrk="0" hangingPunct="1">
        <a:lnSpc>
          <a:spcPct val="90000"/>
        </a:lnSpc>
        <a:spcBef>
          <a:spcPts val="583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534030" indent="-266708" algn="l" defTabSz="1066830" rtl="0" eaLnBrk="1" latinLnBrk="0" hangingPunct="1">
        <a:lnSpc>
          <a:spcPct val="90000"/>
        </a:lnSpc>
        <a:spcBef>
          <a:spcPts val="583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6683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3415" algn="l" defTabSz="106683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6830" algn="l" defTabSz="106683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6" algn="l" defTabSz="106683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3661" algn="l" defTabSz="106683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67076" algn="l" defTabSz="106683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0491" algn="l" defTabSz="106683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33907" algn="l" defTabSz="106683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67322" algn="l" defTabSz="106683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71A7B5D3-0F20-6B41-9F61-2BFF38B79C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588" y="0"/>
            <a:ext cx="15241586" cy="80018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A98AF2E-D405-A644-92A3-171C4D4EA7D7}"/>
              </a:ext>
            </a:extLst>
          </p:cNvPr>
          <p:cNvSpPr txBox="1"/>
          <p:nvPr/>
        </p:nvSpPr>
        <p:spPr>
          <a:xfrm>
            <a:off x="1572894" y="2980901"/>
            <a:ext cx="6205103" cy="2031325"/>
          </a:xfrm>
          <a:prstGeom prst="rect">
            <a:avLst/>
          </a:prstGeom>
          <a:noFill/>
          <a:effectLst>
            <a:outerShdw blurRad="245020" sx="195000" sy="195000" algn="ctr" rotWithShape="0">
              <a:schemeClr val="tx1"/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63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Resources for Hackathons</a:t>
            </a:r>
          </a:p>
        </p:txBody>
      </p:sp>
      <p:pic>
        <p:nvPicPr>
          <p:cNvPr id="3" name="Picture 2" descr="A picture containing text, clipart, brass knucks&#10;&#10;Description automatically generated">
            <a:extLst>
              <a:ext uri="{FF2B5EF4-FFF2-40B4-BE49-F238E27FC236}">
                <a16:creationId xmlns:a16="http://schemas.microsoft.com/office/drawing/2014/main" id="{C7397681-4A43-6540-9137-D1AB555BF9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3091" y="2076576"/>
            <a:ext cx="5566014" cy="546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741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71A7B5D3-0F20-6B41-9F61-2BFF38B79C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588" y="0"/>
            <a:ext cx="15241586" cy="80018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A98AF2E-D405-A644-92A3-171C4D4EA7D7}"/>
              </a:ext>
            </a:extLst>
          </p:cNvPr>
          <p:cNvSpPr txBox="1"/>
          <p:nvPr/>
        </p:nvSpPr>
        <p:spPr>
          <a:xfrm>
            <a:off x="1572894" y="2980901"/>
            <a:ext cx="6205103" cy="2031325"/>
          </a:xfrm>
          <a:prstGeom prst="rect">
            <a:avLst/>
          </a:prstGeom>
          <a:noFill/>
          <a:effectLst>
            <a:outerShdw blurRad="245020" sx="195000" sy="195000" algn="ctr" rotWithShape="0">
              <a:schemeClr val="tx1"/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63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Resources for Hackathons</a:t>
            </a:r>
          </a:p>
        </p:txBody>
      </p:sp>
      <p:pic>
        <p:nvPicPr>
          <p:cNvPr id="3" name="Picture 2" descr="A picture containing text, clipart, brass knucks&#10;&#10;Description automatically generated">
            <a:extLst>
              <a:ext uri="{FF2B5EF4-FFF2-40B4-BE49-F238E27FC236}">
                <a16:creationId xmlns:a16="http://schemas.microsoft.com/office/drawing/2014/main" id="{C7397681-4A43-6540-9137-D1AB555BF9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3091" y="2076576"/>
            <a:ext cx="5566014" cy="546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278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71A7B5D3-0F20-6B41-9F61-2BFF38B79C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588" y="0"/>
            <a:ext cx="15241586" cy="80018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A98AF2E-D405-A644-92A3-171C4D4EA7D7}"/>
              </a:ext>
            </a:extLst>
          </p:cNvPr>
          <p:cNvSpPr txBox="1"/>
          <p:nvPr/>
        </p:nvSpPr>
        <p:spPr>
          <a:xfrm>
            <a:off x="1572894" y="2980901"/>
            <a:ext cx="6205103" cy="2031325"/>
          </a:xfrm>
          <a:prstGeom prst="rect">
            <a:avLst/>
          </a:prstGeom>
          <a:noFill/>
          <a:effectLst>
            <a:outerShdw blurRad="245020" sx="195000" sy="195000" algn="ctr" rotWithShape="0">
              <a:schemeClr val="tx1"/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63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Resources for Hackathons</a:t>
            </a:r>
          </a:p>
        </p:txBody>
      </p:sp>
      <p:pic>
        <p:nvPicPr>
          <p:cNvPr id="3" name="Picture 2" descr="A picture containing text, clipart, brass knucks&#10;&#10;Description automatically generated">
            <a:extLst>
              <a:ext uri="{FF2B5EF4-FFF2-40B4-BE49-F238E27FC236}">
                <a16:creationId xmlns:a16="http://schemas.microsoft.com/office/drawing/2014/main" id="{C7397681-4A43-6540-9137-D1AB555BF9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3091" y="2076576"/>
            <a:ext cx="5566014" cy="546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787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ee7129e-4925-480d-949a-39847433c3b8" xsi:nil="true"/>
    <lcf76f155ced4ddcb4097134ff3c332f xmlns="acf9abf7-c116-4b83-8cff-9672c66dcb6b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8DADE9B5A202A428AD04D9209AEA083" ma:contentTypeVersion="16" ma:contentTypeDescription="Create a new document." ma:contentTypeScope="" ma:versionID="d1fde5f8a8f971ab4e065714c8fbad9f">
  <xsd:schema xmlns:xsd="http://www.w3.org/2001/XMLSchema" xmlns:xs="http://www.w3.org/2001/XMLSchema" xmlns:p="http://schemas.microsoft.com/office/2006/metadata/properties" xmlns:ns2="acf9abf7-c116-4b83-8cff-9672c66dcb6b" xmlns:ns3="0ee7129e-4925-480d-949a-39847433c3b8" targetNamespace="http://schemas.microsoft.com/office/2006/metadata/properties" ma:root="true" ma:fieldsID="743db8cf95a65e5328003639c77f647c" ns2:_="" ns3:_="">
    <xsd:import namespace="acf9abf7-c116-4b83-8cff-9672c66dcb6b"/>
    <xsd:import namespace="0ee7129e-4925-480d-949a-39847433c3b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f9abf7-c116-4b83-8cff-9672c66dcb6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dc2fbcc8-9673-4dab-87c4-578ccfafc19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e7129e-4925-480d-949a-39847433c3b8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0cfcc591-3763-4901-b236-5d61e2cd5f5b}" ma:internalName="TaxCatchAll" ma:showField="CatchAllData" ma:web="0ee7129e-4925-480d-949a-39847433c3b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E11294C-4A15-435C-BE9B-4F99BDE667CC}">
  <ds:schemaRefs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acf9abf7-c116-4b83-8cff-9672c66dcb6b"/>
    <ds:schemaRef ds:uri="0ee7129e-4925-480d-949a-39847433c3b8"/>
    <ds:schemaRef ds:uri="http://purl.org/dc/elements/1.1/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826B0FBE-EFE3-47DF-B78C-8D27EE7C89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1F0EF12-4F90-415A-9EE0-F0E49E6D0019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</TotalTime>
  <Words>9</Words>
  <Application>Microsoft Office PowerPoint</Application>
  <PresentationFormat>Custom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Roboto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Brian Wheatcraft</dc:creator>
  <cp:lastModifiedBy>Grace Woolson</cp:lastModifiedBy>
  <cp:revision>6</cp:revision>
  <dcterms:created xsi:type="dcterms:W3CDTF">2022-01-09T22:25:14Z</dcterms:created>
  <dcterms:modified xsi:type="dcterms:W3CDTF">2023-08-16T14:41:13Z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0x01010098DADE9B5A202A428AD04D9209AEA083</vt:lpwstr>
  </property>
  <property fmtid="{D5CDD505-2E9C-101B-9397-08002B2CF9AE}" pid="3" name="MediaServiceImageTags">
    <vt:lpwstr/>
  </property>
</Properties>
</file>