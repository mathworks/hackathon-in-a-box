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3"/>
    <p:sldMasterId id="2147483681" r:id="rId4"/>
    <p:sldMasterId id="2147483684" r:id="rId5"/>
    <p:sldMasterId id="2147483693" r:id="rId6"/>
  </p:sldMasterIdLst>
  <p:sldIdLst>
    <p:sldId id="25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31BB66-4550-4535-92F5-35FD21974E72}" v="2" dt="2024-05-30T15:29:54.8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11" d="100"/>
          <a:sy n="111" d="100"/>
        </p:scale>
        <p:origin x="3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Master" Target="slideMasters/slideMaster1.xml"/><Relationship Id="rId7" Type="http://schemas.openxmlformats.org/officeDocument/2006/relationships/slide" Target="slides/slide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4.xml"/><Relationship Id="rId11" Type="http://schemas.openxmlformats.org/officeDocument/2006/relationships/tableStyles" Target="tableStyles.xml"/><Relationship Id="rId5" Type="http://schemas.openxmlformats.org/officeDocument/2006/relationships/slideMaster" Target="slideMasters/slideMaster3.xml"/><Relationship Id="rId10" Type="http://schemas.openxmlformats.org/officeDocument/2006/relationships/theme" Target="theme/theme1.xml"/><Relationship Id="rId4" Type="http://schemas.openxmlformats.org/officeDocument/2006/relationships/slideMaster" Target="slideMasters/slideMaster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ce Woolson" userId="d66316ce-2f95-4434-a324-dd1cc6260d5c" providerId="ADAL" clId="{F031BB66-4550-4535-92F5-35FD21974E72}"/>
    <pc:docChg chg="undo custSel addSld delSld modSld">
      <pc:chgData name="Grace Woolson" userId="d66316ce-2f95-4434-a324-dd1cc6260d5c" providerId="ADAL" clId="{F031BB66-4550-4535-92F5-35FD21974E72}" dt="2024-05-30T15:37:48.891" v="293" actId="20577"/>
      <pc:docMkLst>
        <pc:docMk/>
      </pc:docMkLst>
      <pc:sldChg chg="modSp del">
        <pc:chgData name="Grace Woolson" userId="d66316ce-2f95-4434-a324-dd1cc6260d5c" providerId="ADAL" clId="{F031BB66-4550-4535-92F5-35FD21974E72}" dt="2024-05-30T15:29:53.247" v="2" actId="47"/>
        <pc:sldMkLst>
          <pc:docMk/>
          <pc:sldMk cId="109857222" sldId="256"/>
        </pc:sldMkLst>
        <pc:spChg chg="mod">
          <ac:chgData name="Grace Woolson" userId="d66316ce-2f95-4434-a324-dd1cc6260d5c" providerId="ADAL" clId="{F031BB66-4550-4535-92F5-35FD21974E72}" dt="2024-05-30T15:29:50.145" v="0"/>
          <ac:spMkLst>
            <pc:docMk/>
            <pc:sldMk cId="109857222" sldId="256"/>
            <ac:spMk id="2" creationId="{00000000-0000-0000-0000-000000000000}"/>
          </ac:spMkLst>
        </pc:spChg>
        <pc:spChg chg="mod">
          <ac:chgData name="Grace Woolson" userId="d66316ce-2f95-4434-a324-dd1cc6260d5c" providerId="ADAL" clId="{F031BB66-4550-4535-92F5-35FD21974E72}" dt="2024-05-30T15:29:50.145" v="0"/>
          <ac:spMkLst>
            <pc:docMk/>
            <pc:sldMk cId="109857222" sldId="256"/>
            <ac:spMk id="3" creationId="{00000000-0000-0000-0000-000000000000}"/>
          </ac:spMkLst>
        </pc:spChg>
      </pc:sldChg>
      <pc:sldChg chg="addSp delSp modSp new mod modClrScheme chgLayout">
        <pc:chgData name="Grace Woolson" userId="d66316ce-2f95-4434-a324-dd1cc6260d5c" providerId="ADAL" clId="{F031BB66-4550-4535-92F5-35FD21974E72}" dt="2024-05-30T15:37:48.891" v="293" actId="20577"/>
        <pc:sldMkLst>
          <pc:docMk/>
          <pc:sldMk cId="1189081696" sldId="257"/>
        </pc:sldMkLst>
        <pc:spChg chg="del">
          <ac:chgData name="Grace Woolson" userId="d66316ce-2f95-4434-a324-dd1cc6260d5c" providerId="ADAL" clId="{F031BB66-4550-4535-92F5-35FD21974E72}" dt="2024-05-30T15:29:58.207" v="4" actId="26606"/>
          <ac:spMkLst>
            <pc:docMk/>
            <pc:sldMk cId="1189081696" sldId="257"/>
            <ac:spMk id="2" creationId="{0335A0F0-6E8A-9724-C521-4AF7E1CFCA90}"/>
          </ac:spMkLst>
        </pc:spChg>
        <pc:spChg chg="del">
          <ac:chgData name="Grace Woolson" userId="d66316ce-2f95-4434-a324-dd1cc6260d5c" providerId="ADAL" clId="{F031BB66-4550-4535-92F5-35FD21974E72}" dt="2024-05-30T15:29:54.835" v="3"/>
          <ac:spMkLst>
            <pc:docMk/>
            <pc:sldMk cId="1189081696" sldId="257"/>
            <ac:spMk id="3" creationId="{34C104F1-24C8-C44A-2181-471EDB65CAE6}"/>
          </ac:spMkLst>
        </pc:spChg>
        <pc:spChg chg="add mod">
          <ac:chgData name="Grace Woolson" userId="d66316ce-2f95-4434-a324-dd1cc6260d5c" providerId="ADAL" clId="{F031BB66-4550-4535-92F5-35FD21974E72}" dt="2024-05-30T15:30:54.858" v="36" actId="20577"/>
          <ac:spMkLst>
            <pc:docMk/>
            <pc:sldMk cId="1189081696" sldId="257"/>
            <ac:spMk id="1031" creationId="{F31C6B1D-C665-DA34-591A-F39FD1CB23FB}"/>
          </ac:spMkLst>
        </pc:spChg>
        <pc:spChg chg="add mod">
          <ac:chgData name="Grace Woolson" userId="d66316ce-2f95-4434-a324-dd1cc6260d5c" providerId="ADAL" clId="{F031BB66-4550-4535-92F5-35FD21974E72}" dt="2024-05-30T15:37:48.891" v="293" actId="20577"/>
          <ac:spMkLst>
            <pc:docMk/>
            <pc:sldMk cId="1189081696" sldId="257"/>
            <ac:spMk id="1033" creationId="{07E8138F-5B01-EFAD-CB3C-CE87DD4234DE}"/>
          </ac:spMkLst>
        </pc:spChg>
        <pc:picChg chg="add mod">
          <ac:chgData name="Grace Woolson" userId="d66316ce-2f95-4434-a324-dd1cc6260d5c" providerId="ADAL" clId="{F031BB66-4550-4535-92F5-35FD21974E72}" dt="2024-05-30T15:30:20.113" v="13" actId="1076"/>
          <ac:picMkLst>
            <pc:docMk/>
            <pc:sldMk cId="1189081696" sldId="257"/>
            <ac:picMk id="1026" creationId="{9F062F8D-C757-61CB-9234-0F690B76D6FF}"/>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ags" Target="../tags/tag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Background" descr="bluemesh.jpg"/>
          <p:cNvPicPr>
            <a:picLocks noChangeAspect="1"/>
          </p:cNvPicPr>
          <p:nvPr/>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2019 The MathWorks, Inc.</a:t>
            </a:r>
          </a:p>
        </p:txBody>
      </p:sp>
      <p:cxnSp>
        <p:nvCxnSpPr>
          <p:cNvPr id="26" name="GrayLine"/>
          <p:cNvCxnSpPr/>
          <p:nvPr/>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p:nvPicPr>
        <p:blipFill>
          <a:blip r:embed="rId3" cstate="print"/>
          <a:stretch>
            <a:fillRect/>
          </a:stretch>
        </p:blipFill>
        <p:spPr>
          <a:xfrm>
            <a:off x="10330730" y="141139"/>
            <a:ext cx="1620665" cy="320591"/>
          </a:xfrm>
          <a:prstGeom prst="rect">
            <a:avLst/>
          </a:prstGeom>
          <a:noFill/>
          <a:ln>
            <a:noFill/>
          </a:ln>
        </p:spPr>
      </p:pic>
    </p:spTree>
    <p:extLst>
      <p:ext uri="{BB962C8B-B14F-4D97-AF65-F5344CB8AC3E}">
        <p14:creationId xmlns:p14="http://schemas.microsoft.com/office/powerpoint/2010/main" val="689455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24047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extLst>
      <p:ext uri="{BB962C8B-B14F-4D97-AF65-F5344CB8AC3E}">
        <p14:creationId xmlns:p14="http://schemas.microsoft.com/office/powerpoint/2010/main" val="3857507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074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extLst>
      <p:ext uri="{BB962C8B-B14F-4D97-AF65-F5344CB8AC3E}">
        <p14:creationId xmlns:p14="http://schemas.microsoft.com/office/powerpoint/2010/main" val="2140744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extLst>
      <p:ext uri="{BB962C8B-B14F-4D97-AF65-F5344CB8AC3E}">
        <p14:creationId xmlns:p14="http://schemas.microsoft.com/office/powerpoint/2010/main" val="788141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85027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Content"/>
          <p:cNvSpPr txBox="1">
            <a:spLocks noChangeArrowheads="1"/>
          </p:cNvSpPr>
          <p:nvPr/>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extLst>
      <p:ext uri="{BB962C8B-B14F-4D97-AF65-F5344CB8AC3E}">
        <p14:creationId xmlns:p14="http://schemas.microsoft.com/office/powerpoint/2010/main" val="169729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1"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1"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22268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1"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58750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descr="bluemesh.jpg"/>
          <p:cNvPicPr>
            <a:picLocks noChangeAspect="1"/>
          </p:cNvPicPr>
          <p:nvPr/>
        </p:nvPicPr>
        <p:blipFill>
          <a:blip r:embed="rId3" cstate="print"/>
          <a:stretch>
            <a:fillRect/>
          </a:stretch>
        </p:blipFill>
        <p:spPr>
          <a:xfrm>
            <a:off x="-4067" y="1287"/>
            <a:ext cx="12209092" cy="6856713"/>
          </a:xfrm>
          <a:prstGeom prst="rect">
            <a:avLst/>
          </a:prstGeom>
        </p:spPr>
      </p:pic>
      <p:sp>
        <p:nvSpPr>
          <p:cNvPr id="21" name="Title 1"/>
          <p:cNvSpPr>
            <a:spLocks noGrp="1"/>
          </p:cNvSpPr>
          <p:nvPr>
            <p:ph type="ctrTitle"/>
          </p:nvPr>
        </p:nvSpPr>
        <p:spPr>
          <a:xfrm>
            <a:off x="914400" y="914400"/>
            <a:ext cx="10363200" cy="1828800"/>
          </a:xfrm>
        </p:spPr>
        <p:txBody>
          <a:bodyPr/>
          <a:lstStyle>
            <a:lvl1pPr algn="l">
              <a:defRPr sz="3208">
                <a:solidFill>
                  <a:schemeClr val="tx2"/>
                </a:solidFill>
              </a:defRPr>
            </a:lvl1pPr>
          </a:lstStyle>
          <a:p>
            <a:r>
              <a:rPr lang="en-US"/>
              <a:t>Click to edit Master title style</a:t>
            </a:r>
          </a:p>
        </p:txBody>
      </p:sp>
      <p:sp>
        <p:nvSpPr>
          <p:cNvPr id="22" name="Subtitle 2"/>
          <p:cNvSpPr>
            <a:spLocks noGrp="1"/>
          </p:cNvSpPr>
          <p:nvPr>
            <p:ph type="subTitle" idx="1"/>
          </p:nvPr>
        </p:nvSpPr>
        <p:spPr>
          <a:xfrm>
            <a:off x="914400" y="3203579"/>
            <a:ext cx="10363200" cy="987425"/>
          </a:xfrm>
        </p:spPr>
        <p:txBody>
          <a:bodyPr>
            <a:normAutofit/>
          </a:bodyPr>
          <a:lstStyle>
            <a:lvl1pPr marL="0" indent="0" algn="l">
              <a:buNone/>
              <a:defRPr sz="1604" b="1">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TextBox 22"/>
          <p:cNvSpPr txBox="1"/>
          <p:nvPr/>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2019 The MathWorks, Inc.</a:t>
            </a:r>
          </a:p>
        </p:txBody>
      </p:sp>
      <p:cxnSp>
        <p:nvCxnSpPr>
          <p:cNvPr id="26" name="Straight Connector 25"/>
          <p:cNvCxnSpPr/>
          <p:nvPr/>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Picture 8" descr="09_MW_logo_CMYK_REV.png"/>
          <p:cNvPicPr>
            <a:picLocks noChangeAspect="1"/>
          </p:cNvPicPr>
          <p:nvPr/>
        </p:nvPicPr>
        <p:blipFill>
          <a:blip r:embed="rId4" cstate="print"/>
          <a:stretch>
            <a:fillRect/>
          </a:stretch>
        </p:blipFill>
        <p:spPr>
          <a:xfrm>
            <a:off x="10330730" y="141139"/>
            <a:ext cx="1620665" cy="320591"/>
          </a:xfrm>
          <a:prstGeom prst="rect">
            <a:avLst/>
          </a:prstGeom>
          <a:noFill/>
          <a:ln>
            <a:noFill/>
          </a:ln>
        </p:spPr>
      </p:pic>
      <p:sp>
        <p:nvSpPr>
          <p:cNvPr id="10" name="TextBox 9">
            <a:extLst>
              <a:ext uri="{FF2B5EF4-FFF2-40B4-BE49-F238E27FC236}">
                <a16:creationId xmlns:a16="http://schemas.microsoft.com/office/drawing/2014/main" id="{7B1934EA-3018-4E4E-88AB-B4AB34B1132C}"/>
              </a:ext>
            </a:extLst>
          </p:cNvPr>
          <p:cNvSpPr txBox="1"/>
          <p:nvPr/>
        </p:nvSpPr>
        <p:spPr>
          <a:xfrm>
            <a:off x="-4067" y="6455419"/>
            <a:ext cx="2933700" cy="369332"/>
          </a:xfrm>
          <a:prstGeom prst="rect">
            <a:avLst/>
          </a:prstGeom>
          <a:noFill/>
        </p:spPr>
        <p:txBody>
          <a:bodyPr wrap="square" rtlCol="0">
            <a:spAutoFit/>
          </a:bodyPr>
          <a:lstStyle/>
          <a:p>
            <a:pPr algn="ctr"/>
            <a:r>
              <a:rPr lang="en-US" sz="1800">
                <a:solidFill>
                  <a:schemeClr val="bg1"/>
                </a:solidFill>
                <a:latin typeface="Arial" pitchFamily="34" charset="0"/>
                <a:cs typeface="Arial" pitchFamily="34" charset="0"/>
              </a:rPr>
              <a:t>MathWorks Confidential</a:t>
            </a:r>
          </a:p>
        </p:txBody>
      </p:sp>
    </p:spTree>
    <p:custDataLst>
      <p:tags r:id="rId1"/>
    </p:custDataLst>
    <p:extLst>
      <p:ext uri="{BB962C8B-B14F-4D97-AF65-F5344CB8AC3E}">
        <p14:creationId xmlns:p14="http://schemas.microsoft.com/office/powerpoint/2010/main" val="4005950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2" y="457200"/>
            <a:ext cx="10769600" cy="990600"/>
          </a:xfrm>
        </p:spPr>
        <p:txBody>
          <a:bodyPr/>
          <a:lstStyle>
            <a:lvl1pPr>
              <a:defRPr sz="2807" b="0" baseline="0">
                <a:solidFill>
                  <a:schemeClr val="tx2"/>
                </a:solidFill>
              </a:defRPr>
            </a:lvl1pPr>
          </a:lstStyle>
          <a:p>
            <a:r>
              <a:rPr lang="en-US"/>
              <a:t>Click to edit Master title style</a:t>
            </a:r>
          </a:p>
        </p:txBody>
      </p:sp>
      <p:sp>
        <p:nvSpPr>
          <p:cNvPr id="3" name="Content Placeholder 2"/>
          <p:cNvSpPr>
            <a:spLocks noGrp="1"/>
          </p:cNvSpPr>
          <p:nvPr>
            <p:ph idx="1"/>
          </p:nvPr>
        </p:nvSpPr>
        <p:spPr>
          <a:xfrm>
            <a:off x="609602" y="1600200"/>
            <a:ext cx="10769600" cy="4648200"/>
          </a:xfrm>
        </p:spPr>
        <p:txBody>
          <a:bodyPr/>
          <a:lstStyle>
            <a:lvl1pPr>
              <a:buSzPct val="75000"/>
              <a:defRPr sz="2406"/>
            </a:lvl1pPr>
            <a:lvl2pPr>
              <a:lnSpc>
                <a:spcPct val="105000"/>
              </a:lnSpc>
              <a:defRPr sz="2005"/>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
        <p:nvSpPr>
          <p:cNvPr id="6" name="TextBox 5">
            <a:extLst>
              <a:ext uri="{FF2B5EF4-FFF2-40B4-BE49-F238E27FC236}">
                <a16:creationId xmlns:a16="http://schemas.microsoft.com/office/drawing/2014/main" id="{BD6AE702-0BC0-4D9C-9D7B-246498982AF9}"/>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2633990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2" y="457200"/>
            <a:ext cx="10769600" cy="990600"/>
          </a:xfrm>
        </p:spPr>
        <p:txBody>
          <a:bodyPr/>
          <a:lstStyle/>
          <a:p>
            <a:r>
              <a:rPr lang="en-US"/>
              <a:t>Click to edit Master title style</a:t>
            </a:r>
          </a:p>
        </p:txBody>
      </p:sp>
      <p:sp>
        <p:nvSpPr>
          <p:cNvPr id="4" name="TextBox 3">
            <a:extLst>
              <a:ext uri="{FF2B5EF4-FFF2-40B4-BE49-F238E27FC236}">
                <a16:creationId xmlns:a16="http://schemas.microsoft.com/office/drawing/2014/main" id="{2932F1FA-CD8A-4C15-B2D0-165B0656FA1A}"/>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2645976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477A8A-CB0B-48D9-A9F8-67203F3E6F19}"/>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37295812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10" name="Title 1"/>
          <p:cNvSpPr>
            <a:spLocks noGrp="1"/>
          </p:cNvSpPr>
          <p:nvPr>
            <p:ph type="title"/>
          </p:nvPr>
        </p:nvSpPr>
        <p:spPr>
          <a:xfrm>
            <a:off x="609600" y="457200"/>
            <a:ext cx="9448800" cy="990600"/>
          </a:xfrm>
        </p:spPr>
        <p:txBody>
          <a:bodyPr anchor="t" anchorCtr="0"/>
          <a:lstStyle>
            <a:lvl1pPr algn="l">
              <a:defRPr sz="2807" b="1">
                <a:solidFill>
                  <a:schemeClr val="tx2"/>
                </a:solidFill>
              </a:defRPr>
            </a:lvl1pPr>
          </a:lstStyle>
          <a:p>
            <a:r>
              <a:rPr lang="en-US"/>
              <a:t>Click to edit Master title style</a:t>
            </a:r>
          </a:p>
        </p:txBody>
      </p:sp>
      <p:sp>
        <p:nvSpPr>
          <p:cNvPr id="11" name="Content Placeholder 2"/>
          <p:cNvSpPr>
            <a:spLocks noGrp="1"/>
          </p:cNvSpPr>
          <p:nvPr>
            <p:ph sz="half" idx="10" hasCustomPrompt="1"/>
          </p:nvPr>
        </p:nvSpPr>
        <p:spPr>
          <a:xfrm>
            <a:off x="609601" y="2819400"/>
            <a:ext cx="5080001" cy="3200400"/>
          </a:xfrm>
        </p:spPr>
        <p:txBody>
          <a:bodyPr/>
          <a:lstStyle>
            <a:lvl1pPr>
              <a:buClr>
                <a:srgbClr val="125687"/>
              </a:buClr>
              <a:buSzTx/>
              <a:defRPr sz="1805"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Text Placeholder 11"/>
          <p:cNvSpPr>
            <a:spLocks noGrp="1"/>
          </p:cNvSpPr>
          <p:nvPr>
            <p:ph type="body" sz="quarter" idx="11" hasCustomPrompt="1"/>
          </p:nvPr>
        </p:nvSpPr>
        <p:spPr>
          <a:xfrm>
            <a:off x="609601" y="1600200"/>
            <a:ext cx="5080001" cy="838200"/>
          </a:xfrm>
        </p:spPr>
        <p:txBody>
          <a:bodyPr anchor="t"/>
          <a:lstStyle>
            <a:lvl1pPr marL="0" indent="0" algn="l">
              <a:buNone/>
              <a:defRPr sz="2005" b="1" baseline="0"/>
            </a:lvl1pPr>
          </a:lstStyle>
          <a:p>
            <a:pPr lvl="0"/>
            <a:r>
              <a:rPr lang="en-US"/>
              <a:t>Click to add headline</a:t>
            </a:r>
            <a:r>
              <a:rPr lang="en-US" sz="2005" b="1">
                <a:solidFill>
                  <a:prstClr val="black"/>
                </a:solidFill>
              </a:rPr>
              <a:t> providing value of feature</a:t>
            </a:r>
            <a:endParaRPr lang="en-US"/>
          </a:p>
        </p:txBody>
      </p:sp>
      <p:sp>
        <p:nvSpPr>
          <p:cNvPr id="14" name="Text Placeholder 2"/>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
        <p:nvSpPr>
          <p:cNvPr id="7" name="TextBox 6">
            <a:extLst>
              <a:ext uri="{FF2B5EF4-FFF2-40B4-BE49-F238E27FC236}">
                <a16:creationId xmlns:a16="http://schemas.microsoft.com/office/drawing/2014/main" id="{A919A3ED-9BB8-4BC4-89A0-345D3069F276}"/>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1972856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1914529"/>
            <a:ext cx="10363200" cy="1362075"/>
          </a:xfrm>
        </p:spPr>
        <p:txBody>
          <a:bodyPr anchor="t"/>
          <a:lstStyle>
            <a:lvl1pPr algn="ctr">
              <a:defRPr sz="3208" b="1" cap="none">
                <a:solidFill>
                  <a:schemeClr val="tx2"/>
                </a:solidFill>
              </a:defRPr>
            </a:lvl1pPr>
          </a:lstStyle>
          <a:p>
            <a:r>
              <a:rPr lang="en-US"/>
              <a:t>Click to edit Section Header Title style</a:t>
            </a:r>
          </a:p>
        </p:txBody>
      </p:sp>
      <p:sp>
        <p:nvSpPr>
          <p:cNvPr id="3" name="TextBox 2">
            <a:extLst>
              <a:ext uri="{FF2B5EF4-FFF2-40B4-BE49-F238E27FC236}">
                <a16:creationId xmlns:a16="http://schemas.microsoft.com/office/drawing/2014/main" id="{37DC625B-7287-4D27-A79F-16B4F63106CC}"/>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878814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Content Placeholder 2"/>
          <p:cNvSpPr>
            <a:spLocks noGrp="1"/>
          </p:cNvSpPr>
          <p:nvPr>
            <p:ph sz="half" idx="1"/>
          </p:nvPr>
        </p:nvSpPr>
        <p:spPr>
          <a:xfrm>
            <a:off x="609602" y="1600200"/>
            <a:ext cx="5181600" cy="4648199"/>
          </a:xfrm>
        </p:spPr>
        <p:txBody>
          <a:bodyPr/>
          <a:lstStyle>
            <a:lvl1pPr>
              <a:defRPr sz="2406"/>
            </a:lvl1pPr>
            <a:lvl2pPr>
              <a:defRPr sz="2005"/>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2" y="1600200"/>
            <a:ext cx="5181600" cy="4648199"/>
          </a:xfrm>
        </p:spPr>
        <p:txBody>
          <a:bodyPr/>
          <a:lstStyle>
            <a:lvl1pPr>
              <a:defRPr sz="2406"/>
            </a:lvl1pPr>
            <a:lvl2pPr>
              <a:defRPr sz="2005"/>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5" name="TextBox 4">
            <a:extLst>
              <a:ext uri="{FF2B5EF4-FFF2-40B4-BE49-F238E27FC236}">
                <a16:creationId xmlns:a16="http://schemas.microsoft.com/office/drawing/2014/main" id="{46F3D92B-1804-48D9-B4BC-2619AF33FC18}"/>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43211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Text Box 15"/>
          <p:cNvSpPr txBox="1">
            <a:spLocks noChangeArrowheads="1"/>
          </p:cNvSpPr>
          <p:nvPr/>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6">
                <a:latin typeface="Arial" pitchFamily="34" charset="0"/>
                <a:cs typeface="Arial" pitchFamily="34" charset="0"/>
              </a:rPr>
              <a:t>Edit</a:t>
            </a:r>
            <a:r>
              <a:rPr lang="en-US" sz="2406" baseline="0">
                <a:latin typeface="Arial" pitchFamily="34" charset="0"/>
                <a:cs typeface="Arial" pitchFamily="34" charset="0"/>
              </a:rPr>
              <a:t> in Slide Master view to e</a:t>
            </a:r>
            <a:r>
              <a:rPr lang="en-US" sz="2406">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6">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6">
                <a:latin typeface="Arial" pitchFamily="34" charset="0"/>
                <a:cs typeface="Arial" pitchFamily="34" charset="0"/>
              </a:rPr>
              <a:t>Bullet</a:t>
            </a:r>
            <a:r>
              <a:rPr lang="en-US" sz="2406"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6"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6">
              <a:latin typeface="Arial" pitchFamily="34" charset="0"/>
              <a:cs typeface="Arial" pitchFamily="34" charset="0"/>
            </a:endParaRPr>
          </a:p>
        </p:txBody>
      </p:sp>
      <p:sp>
        <p:nvSpPr>
          <p:cNvPr id="5" name="Text Box 16"/>
          <p:cNvSpPr txBox="1">
            <a:spLocks noChangeArrowheads="1"/>
          </p:cNvSpPr>
          <p:nvPr/>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7" b="1">
                <a:solidFill>
                  <a:schemeClr val="tx2"/>
                </a:solidFill>
                <a:latin typeface="Arial" pitchFamily="34" charset="0"/>
                <a:cs typeface="Arial" pitchFamily="34" charset="0"/>
              </a:rPr>
              <a:t>Edit in Slide</a:t>
            </a:r>
            <a:r>
              <a:rPr lang="en-US" sz="2807" b="1" baseline="0">
                <a:solidFill>
                  <a:schemeClr val="tx2"/>
                </a:solidFill>
                <a:latin typeface="Arial" pitchFamily="34" charset="0"/>
                <a:cs typeface="Arial" pitchFamily="34" charset="0"/>
              </a:rPr>
              <a:t> Master view to e</a:t>
            </a:r>
            <a:r>
              <a:rPr lang="en-US" sz="2807" b="1">
                <a:solidFill>
                  <a:schemeClr val="tx2"/>
                </a:solidFill>
                <a:latin typeface="Arial" pitchFamily="34" charset="0"/>
                <a:cs typeface="Arial" pitchFamily="34" charset="0"/>
              </a:rPr>
              <a:t>nter agenda</a:t>
            </a:r>
            <a:r>
              <a:rPr lang="en-US" sz="2807" b="1" baseline="0">
                <a:solidFill>
                  <a:schemeClr val="tx2"/>
                </a:solidFill>
                <a:latin typeface="Arial" pitchFamily="34" charset="0"/>
                <a:cs typeface="Arial" pitchFamily="34" charset="0"/>
              </a:rPr>
              <a:t> title</a:t>
            </a:r>
            <a:endParaRPr lang="en-US" sz="2807" b="1">
              <a:solidFill>
                <a:schemeClr val="tx2"/>
              </a:solidFill>
              <a:latin typeface="Arial" pitchFamily="34" charset="0"/>
              <a:cs typeface="Arial" pitchFamily="34" charset="0"/>
            </a:endParaRPr>
          </a:p>
        </p:txBody>
      </p:sp>
      <p:sp>
        <p:nvSpPr>
          <p:cNvPr id="6" name="TextBox 5">
            <a:extLst>
              <a:ext uri="{FF2B5EF4-FFF2-40B4-BE49-F238E27FC236}">
                <a16:creationId xmlns:a16="http://schemas.microsoft.com/office/drawing/2014/main" id="{6F57AF5D-57ED-45FC-A9BE-7B2E29D508F7}"/>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34845983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Background" descr="bluemesh.jpg"/>
          <p:cNvPicPr>
            <a:picLocks noChangeAspect="1"/>
          </p:cNvPicPr>
          <p:nvPr/>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2021 The MathWorks, Inc.</a:t>
            </a:r>
          </a:p>
        </p:txBody>
      </p:sp>
      <p:cxnSp>
        <p:nvCxnSpPr>
          <p:cNvPr id="26" name="GrayLine"/>
          <p:cNvCxnSpPr/>
          <p:nvPr/>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p:nvPicPr>
        <p:blipFill>
          <a:blip r:embed="rId3" cstate="print"/>
          <a:stretch>
            <a:fillRect/>
          </a:stretch>
        </p:blipFill>
        <p:spPr>
          <a:xfrm>
            <a:off x="10330730" y="141139"/>
            <a:ext cx="1620665" cy="320591"/>
          </a:xfrm>
          <a:prstGeom prst="rect">
            <a:avLst/>
          </a:prstGeom>
          <a:noFill/>
          <a:ln>
            <a:noFill/>
          </a:ln>
        </p:spPr>
      </p:pic>
    </p:spTree>
    <p:extLst>
      <p:ext uri="{BB962C8B-B14F-4D97-AF65-F5344CB8AC3E}">
        <p14:creationId xmlns:p14="http://schemas.microsoft.com/office/powerpoint/2010/main" val="19201870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58944-A317-4EAB-8E42-62FFFC88C741}"/>
              </a:ext>
            </a:extLst>
          </p:cNvPr>
          <p:cNvSpPr>
            <a:spLocks noGrp="1"/>
          </p:cNvSpPr>
          <p:nvPr>
            <p:ph type="title"/>
          </p:nvPr>
        </p:nvSpPr>
        <p:spPr/>
        <p:txBody>
          <a:bodyPr/>
          <a:lstStyle/>
          <a:p>
            <a:r>
              <a:rPr lang="en-US"/>
              <a:t>Click to edit Master title style</a:t>
            </a:r>
          </a:p>
        </p:txBody>
      </p:sp>
      <p:sp>
        <p:nvSpPr>
          <p:cNvPr id="3" name="Content">
            <a:extLst>
              <a:ext uri="{FF2B5EF4-FFF2-40B4-BE49-F238E27FC236}">
                <a16:creationId xmlns:a16="http://schemas.microsoft.com/office/drawing/2014/main" id="{504E557F-B6E8-4F54-9753-C9753B651613}"/>
              </a:ext>
            </a:extLst>
          </p:cNvPr>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54316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73043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extLst>
      <p:ext uri="{BB962C8B-B14F-4D97-AF65-F5344CB8AC3E}">
        <p14:creationId xmlns:p14="http://schemas.microsoft.com/office/powerpoint/2010/main" val="39217204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26093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extLst>
      <p:ext uri="{BB962C8B-B14F-4D97-AF65-F5344CB8AC3E}">
        <p14:creationId xmlns:p14="http://schemas.microsoft.com/office/powerpoint/2010/main" val="33282388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extLst>
      <p:ext uri="{BB962C8B-B14F-4D97-AF65-F5344CB8AC3E}">
        <p14:creationId xmlns:p14="http://schemas.microsoft.com/office/powerpoint/2010/main" val="27150983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482886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Content"/>
          <p:cNvSpPr txBox="1">
            <a:spLocks noChangeArrowheads="1"/>
          </p:cNvSpPr>
          <p:nvPr/>
        </p:nvSpPr>
        <p:spPr bwMode="auto">
          <a:xfrm>
            <a:off x="607484" y="1600200"/>
            <a:ext cx="10765536" cy="4648200"/>
          </a:xfrm>
          <a:prstGeom prst="rect">
            <a:avLst/>
          </a:prstGeom>
          <a:noFill/>
          <a:ln w="9525">
            <a:noFill/>
            <a:miter lim="800000"/>
            <a:headEnd/>
            <a:tailEnd/>
          </a:ln>
          <a:effectLst/>
        </p:spPr>
        <p:txBody>
          <a:bodyPr wrap="none"/>
          <a:lstStyle/>
          <a:p>
            <a:pPr marL="513988" indent="-457200">
              <a:spcBef>
                <a:spcPts val="600"/>
              </a:spcBef>
              <a:buFont typeface="Arial" panose="020B0604020202020204" pitchFamily="34" charset="0"/>
              <a:buChar char="•"/>
            </a:pPr>
            <a:r>
              <a:rPr lang="en-US" sz="2800" b="0"/>
              <a:t>Key Takeaways</a:t>
            </a:r>
          </a:p>
          <a:p>
            <a:pPr marL="513988" indent="-457200">
              <a:spcBef>
                <a:spcPts val="600"/>
              </a:spcBef>
              <a:buFont typeface="Arial" panose="020B0604020202020204" pitchFamily="34" charset="0"/>
              <a:buChar char="•"/>
            </a:pPr>
            <a:r>
              <a:rPr lang="en-US" sz="2800" b="0" err="1"/>
              <a:t>PdM</a:t>
            </a:r>
            <a:r>
              <a:rPr lang="en-US" sz="2800" b="0"/>
              <a:t> Market Update</a:t>
            </a:r>
          </a:p>
          <a:p>
            <a:pPr marL="800735" lvl="1" indent="-342900">
              <a:spcBef>
                <a:spcPts val="600"/>
              </a:spcBef>
              <a:buFont typeface="Arial" panose="020B0604020202020204" pitchFamily="34" charset="0"/>
              <a:buChar char="•"/>
            </a:pPr>
            <a:r>
              <a:rPr lang="en-US" sz="2400" b="0"/>
              <a:t>What the Playing Field Looks Like Now</a:t>
            </a:r>
          </a:p>
          <a:p>
            <a:pPr marL="800735" lvl="1" indent="-342900">
              <a:spcBef>
                <a:spcPts val="600"/>
              </a:spcBef>
              <a:buFont typeface="Arial" panose="020B0604020202020204" pitchFamily="34" charset="0"/>
              <a:buChar char="•"/>
            </a:pPr>
            <a:r>
              <a:rPr lang="en-US" sz="2400" b="0"/>
              <a:t>What the Competition Has Been Up To</a:t>
            </a:r>
          </a:p>
          <a:p>
            <a:pPr marL="800735" lvl="1" indent="-342900">
              <a:spcBef>
                <a:spcPts val="600"/>
              </a:spcBef>
              <a:buFont typeface="Arial" panose="020B0604020202020204" pitchFamily="34" charset="0"/>
              <a:buChar char="•"/>
            </a:pPr>
            <a:r>
              <a:rPr lang="en-US" sz="2400" b="0"/>
              <a:t>What We’ve Been Up To</a:t>
            </a:r>
          </a:p>
          <a:p>
            <a:pPr marL="457200" indent="-457200">
              <a:spcBef>
                <a:spcPts val="600"/>
              </a:spcBef>
              <a:buFont typeface="Arial" panose="020B0604020202020204" pitchFamily="34" charset="0"/>
              <a:buChar char="•"/>
            </a:pPr>
            <a:r>
              <a:rPr lang="en-US" sz="2800" b="0"/>
              <a:t>Strategy Overview</a:t>
            </a:r>
          </a:p>
          <a:p>
            <a:pPr marL="457200" indent="-457200">
              <a:spcBef>
                <a:spcPts val="600"/>
              </a:spcBef>
              <a:buFont typeface="Arial" panose="020B0604020202020204" pitchFamily="34" charset="0"/>
              <a:buChar char="•"/>
            </a:pPr>
            <a:r>
              <a:rPr lang="en-US" sz="2800" b="0"/>
              <a:t>Feedback</a:t>
            </a:r>
            <a:endParaRPr lang="en-US" sz="3600" b="0"/>
          </a:p>
          <a:p>
            <a:pPr marL="342164" lvl="0" indent="-342164">
              <a:buClr>
                <a:schemeClr val="tx2"/>
              </a:buClr>
              <a:buSzPct val="75000"/>
              <a:buFont typeface="Wingdings" pitchFamily="2" charset="2"/>
              <a:buChar char="§"/>
              <a:tabLst>
                <a:tab pos="458340" algn="l"/>
              </a:tabLst>
            </a:pPr>
            <a:endParaRPr lang="en-US" sz="2400" b="0">
              <a:latin typeface="Arial" pitchFamily="34" charset="0"/>
              <a:cs typeface="Arial" pitchFamily="34" charset="0"/>
            </a:endParaRPr>
          </a:p>
        </p:txBody>
      </p:sp>
      <p:sp>
        <p:nvSpPr>
          <p:cNvPr id="5" name="Title"/>
          <p:cNvSpPr txBox="1">
            <a:spLocks noChangeArrowheads="1"/>
          </p:cNvSpPr>
          <p:nvPr/>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Predictive Maintenance Toolbox LTS Agenda</a:t>
            </a:r>
          </a:p>
        </p:txBody>
      </p:sp>
    </p:spTree>
    <p:extLst>
      <p:ext uri="{BB962C8B-B14F-4D97-AF65-F5344CB8AC3E}">
        <p14:creationId xmlns:p14="http://schemas.microsoft.com/office/powerpoint/2010/main" val="4294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1.png"/><Relationship Id="rId4" Type="http://schemas.openxmlformats.org/officeDocument/2006/relationships/slideLayout" Target="../slideLayouts/slideLayout1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image" Target="../media/image1.png"/><Relationship Id="rId5" Type="http://schemas.openxmlformats.org/officeDocument/2006/relationships/slideLayout" Target="../slideLayouts/slideLayout23.xml"/><Relationship Id="rId10" Type="http://schemas.openxmlformats.org/officeDocument/2006/relationships/theme" Target="../theme/theme4.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421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1"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2"/>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sp>
        <p:nvSpPr>
          <p:cNvPr id="10" name="Confidential"/>
          <p:cNvSpPr txBox="1"/>
          <p:nvPr/>
        </p:nvSpPr>
        <p:spPr>
          <a:xfrm>
            <a:off x="8809221" y="6538212"/>
            <a:ext cx="2946400" cy="276999"/>
          </a:xfrm>
          <a:prstGeom prst="rect">
            <a:avLst/>
          </a:prstGeom>
          <a:noFill/>
        </p:spPr>
        <p:txBody>
          <a:bodyPr wrap="square" rtlCol="0">
            <a:spAutoFit/>
          </a:bodyPr>
          <a:lstStyle/>
          <a:p>
            <a:pPr algn="r"/>
            <a:r>
              <a:rPr lang="en-US" sz="1203" b="0" spc="120" baseline="0">
                <a:solidFill>
                  <a:schemeClr val="bg1">
                    <a:lumMod val="50000"/>
                  </a:schemeClr>
                </a:solidFill>
                <a:latin typeface="Arial" pitchFamily="34" charset="0"/>
                <a:cs typeface="Arial" pitchFamily="34" charset="0"/>
              </a:rPr>
              <a:t>CONFIDENTIAL</a:t>
            </a:r>
            <a:r>
              <a:rPr lang="en-US" sz="1203" b="0" spc="100" baseline="0">
                <a:solidFill>
                  <a:schemeClr val="bg1">
                    <a:lumMod val="50000"/>
                  </a:schemeClr>
                </a:solidFill>
                <a:latin typeface="Arial" pitchFamily="34" charset="0"/>
                <a:cs typeface="Arial" pitchFamily="34" charset="0"/>
              </a:rPr>
              <a:t>  |</a:t>
            </a:r>
          </a:p>
        </p:txBody>
      </p:sp>
      <p:pic>
        <p:nvPicPr>
          <p:cNvPr id="12" name="Logo" descr="logo647.png"/>
          <p:cNvPicPr>
            <a:picLocks noChangeAspect="1"/>
          </p:cNvPicPr>
          <p:nvPr/>
        </p:nvPicPr>
        <p:blipFill>
          <a:blip r:embed="rId4" cstate="print"/>
          <a:stretch>
            <a:fillRect/>
          </a:stretch>
        </p:blipFill>
        <p:spPr>
          <a:xfrm>
            <a:off x="10679339" y="23673"/>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5054246"/>
      </p:ext>
    </p:extLst>
  </p:cSld>
  <p:clrMap bg1="lt1" tx1="dk1" bg2="lt2" tx2="dk2" accent1="accent1" accent2="accent2" accent3="accent3" accent4="accent4" accent5="accent5" accent6="accent6" hlink="hlink" folHlink="folHlink"/>
  <p:sldLayoutIdLst>
    <p:sldLayoutId id="2147483682" r:id="rId1"/>
    <p:sldLayoutId id="2147483683" r:id="rId2"/>
  </p:sldLayoutIdLst>
  <p:hf hdr="0" ftr="0" dt="0"/>
  <p:txStyles>
    <p:titleStyle>
      <a:lvl1pPr algn="l" defTabSz="916686"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7" indent="-343757" algn="l" defTabSz="916686"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7" indent="-286464" algn="l" defTabSz="916686"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8" indent="-229172" algn="l" defTabSz="916686"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201" indent="-229172" algn="l" defTabSz="916686"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44" indent="-229172" algn="l" defTabSz="916686"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87"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30"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73"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916"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6" rtl="0" eaLnBrk="1" latinLnBrk="0" hangingPunct="1">
        <a:defRPr sz="1805" kern="1200">
          <a:solidFill>
            <a:schemeClr val="tx1"/>
          </a:solidFill>
          <a:latin typeface="+mn-lt"/>
          <a:ea typeface="+mn-ea"/>
          <a:cs typeface="+mn-cs"/>
        </a:defRPr>
      </a:lvl1pPr>
      <a:lvl2pPr marL="458343" algn="l" defTabSz="916686" rtl="0" eaLnBrk="1" latinLnBrk="0" hangingPunct="1">
        <a:defRPr sz="1805" kern="1200">
          <a:solidFill>
            <a:schemeClr val="tx1"/>
          </a:solidFill>
          <a:latin typeface="+mn-lt"/>
          <a:ea typeface="+mn-ea"/>
          <a:cs typeface="+mn-cs"/>
        </a:defRPr>
      </a:lvl2pPr>
      <a:lvl3pPr marL="916686" algn="l" defTabSz="916686" rtl="0" eaLnBrk="1" latinLnBrk="0" hangingPunct="1">
        <a:defRPr sz="1805" kern="1200">
          <a:solidFill>
            <a:schemeClr val="tx1"/>
          </a:solidFill>
          <a:latin typeface="+mn-lt"/>
          <a:ea typeface="+mn-ea"/>
          <a:cs typeface="+mn-cs"/>
        </a:defRPr>
      </a:lvl3pPr>
      <a:lvl4pPr marL="1375029" algn="l" defTabSz="916686" rtl="0" eaLnBrk="1" latinLnBrk="0" hangingPunct="1">
        <a:defRPr sz="1805" kern="1200">
          <a:solidFill>
            <a:schemeClr val="tx1"/>
          </a:solidFill>
          <a:latin typeface="+mn-lt"/>
          <a:ea typeface="+mn-ea"/>
          <a:cs typeface="+mn-cs"/>
        </a:defRPr>
      </a:lvl4pPr>
      <a:lvl5pPr marL="1833372" algn="l" defTabSz="916686" rtl="0" eaLnBrk="1" latinLnBrk="0" hangingPunct="1">
        <a:defRPr sz="1805" kern="1200">
          <a:solidFill>
            <a:schemeClr val="tx1"/>
          </a:solidFill>
          <a:latin typeface="+mn-lt"/>
          <a:ea typeface="+mn-ea"/>
          <a:cs typeface="+mn-cs"/>
        </a:defRPr>
      </a:lvl5pPr>
      <a:lvl6pPr marL="2291715" algn="l" defTabSz="916686" rtl="0" eaLnBrk="1" latinLnBrk="0" hangingPunct="1">
        <a:defRPr sz="1805" kern="1200">
          <a:solidFill>
            <a:schemeClr val="tx1"/>
          </a:solidFill>
          <a:latin typeface="+mn-lt"/>
          <a:ea typeface="+mn-ea"/>
          <a:cs typeface="+mn-cs"/>
        </a:defRPr>
      </a:lvl6pPr>
      <a:lvl7pPr marL="2750058" algn="l" defTabSz="916686" rtl="0" eaLnBrk="1" latinLnBrk="0" hangingPunct="1">
        <a:defRPr sz="1805" kern="1200">
          <a:solidFill>
            <a:schemeClr val="tx1"/>
          </a:solidFill>
          <a:latin typeface="+mn-lt"/>
          <a:ea typeface="+mn-ea"/>
          <a:cs typeface="+mn-cs"/>
        </a:defRPr>
      </a:lvl7pPr>
      <a:lvl8pPr marL="3208401" algn="l" defTabSz="916686" rtl="0" eaLnBrk="1" latinLnBrk="0" hangingPunct="1">
        <a:defRPr sz="1805" kern="1200">
          <a:solidFill>
            <a:schemeClr val="tx1"/>
          </a:solidFill>
          <a:latin typeface="+mn-lt"/>
          <a:ea typeface="+mn-ea"/>
          <a:cs typeface="+mn-cs"/>
        </a:defRPr>
      </a:lvl8pPr>
      <a:lvl9pPr marL="3666744" algn="l" defTabSz="916686" rtl="0" eaLnBrk="1" latinLnBrk="0" hangingPunct="1">
        <a:defRPr sz="180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Rectangle 7"/>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Picture 11"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Straight Connector 11"/>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1D551A7-51AD-48F4-A163-B9E0A087EF2B}"/>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410524431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hf hdr="0" ftr="0" dt="0"/>
  <p:txStyles>
    <p:titleStyle>
      <a:lvl1pPr algn="l" defTabSz="916680" rtl="0" eaLnBrk="1" latinLnBrk="0" hangingPunct="1">
        <a:spcBef>
          <a:spcPct val="0"/>
        </a:spcBef>
        <a:buNone/>
        <a:defRPr sz="2807" b="1"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6"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5"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1"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238903"/>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F31C6B1D-C665-DA34-591A-F39FD1CB23FB}"/>
              </a:ext>
            </a:extLst>
          </p:cNvPr>
          <p:cNvSpPr>
            <a:spLocks noGrp="1"/>
          </p:cNvSpPr>
          <p:nvPr>
            <p:ph type="title"/>
          </p:nvPr>
        </p:nvSpPr>
        <p:spPr>
          <a:xfrm>
            <a:off x="609602" y="457200"/>
            <a:ext cx="10769600" cy="990600"/>
          </a:xfrm>
        </p:spPr>
        <p:txBody>
          <a:bodyPr/>
          <a:lstStyle/>
          <a:p>
            <a:r>
              <a:rPr lang="en-US" dirty="0"/>
              <a:t>Problem Statement: Create a Fitness Tracker!</a:t>
            </a:r>
          </a:p>
        </p:txBody>
      </p:sp>
      <p:sp>
        <p:nvSpPr>
          <p:cNvPr id="1033" name="Content Placeholder 2">
            <a:extLst>
              <a:ext uri="{FF2B5EF4-FFF2-40B4-BE49-F238E27FC236}">
                <a16:creationId xmlns:a16="http://schemas.microsoft.com/office/drawing/2014/main" id="{07E8138F-5B01-EFAD-CB3C-CE87DD4234DE}"/>
              </a:ext>
            </a:extLst>
          </p:cNvPr>
          <p:cNvSpPr>
            <a:spLocks noGrp="1"/>
          </p:cNvSpPr>
          <p:nvPr>
            <p:ph sz="half" idx="1"/>
          </p:nvPr>
        </p:nvSpPr>
        <p:spPr>
          <a:xfrm>
            <a:off x="609601" y="1600200"/>
            <a:ext cx="6589949" cy="4648199"/>
          </a:xfrm>
        </p:spPr>
        <p:txBody>
          <a:bodyPr/>
          <a:lstStyle/>
          <a:p>
            <a:pPr marL="0" indent="0">
              <a:buNone/>
            </a:pPr>
            <a:r>
              <a:rPr lang="en-US" dirty="0"/>
              <a:t>Fitness trackers are used to track health data as you live your everyday life. From simple calculations to AI models, they turn your data into useful metrics. In this challenge, you will use MATLAB and MATLAB Mobile to make your own </a:t>
            </a:r>
            <a:r>
              <a:rPr lang="en-US"/>
              <a:t>fitness tracker! </a:t>
            </a:r>
            <a:endParaRPr lang="en-US" dirty="0"/>
          </a:p>
          <a:p>
            <a:r>
              <a:rPr lang="en-US" dirty="0"/>
              <a:t>Output could include any sort of fitness data such as calories burned, distance walked</a:t>
            </a:r>
          </a:p>
          <a:p>
            <a:r>
              <a:rPr lang="en-US" dirty="0"/>
              <a:t>If possible, these models should utilize machine learning techniques. </a:t>
            </a:r>
          </a:p>
          <a:p>
            <a:r>
              <a:rPr lang="en-US" dirty="0"/>
              <a:t>You will need to present your tracker</a:t>
            </a:r>
          </a:p>
          <a:p>
            <a:endParaRPr lang="en-US" dirty="0"/>
          </a:p>
        </p:txBody>
      </p:sp>
      <p:pic>
        <p:nvPicPr>
          <p:cNvPr id="1026" name="Picture 2" descr="A picture containing flying, outdoor object&#10;&#10;Description automatically generated">
            <a:extLst>
              <a:ext uri="{FF2B5EF4-FFF2-40B4-BE49-F238E27FC236}">
                <a16:creationId xmlns:a16="http://schemas.microsoft.com/office/drawing/2014/main" id="{9F062F8D-C757-61CB-9234-0F690B76D6F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7199551" y="1847917"/>
            <a:ext cx="4746015" cy="4152764"/>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0816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thWorks">
  <a:themeElements>
    <a:clrScheme name="TMW_PPT">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athWorks" id="{82C27CFC-63EA-448C-AE94-83AF97230EA0}" vid="{E91128D3-5B29-4EB2-9251-3330FE5AB1FB}"/>
    </a:ext>
  </a:extLst>
</a:theme>
</file>

<file path=ppt/theme/theme2.xml><?xml version="1.0" encoding="utf-8"?>
<a:theme xmlns:a="http://schemas.openxmlformats.org/drawingml/2006/main" name="MW_Confidential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confidential.potx" id="{9C3E3526-444E-4DB8-8973-12831110EE79}" vid="{2DB0E862-A40E-497D-BEAB-CD87D2D2E70D}"/>
    </a:ext>
  </a:extLst>
</a:theme>
</file>

<file path=ppt/theme/theme3.xml><?xml version="1.0" encoding="utf-8"?>
<a:theme xmlns:a="http://schemas.openxmlformats.org/drawingml/2006/main" name="1_MW_Public_widescreen">
  <a:themeElements>
    <a:clrScheme name="TMW_PPT">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Presentation1" id="{6EF67AD0-93F4-41F9-AE06-6FA3D00B2880}" vid="{49371805-32BB-4BF7-ADCB-DF8BEEA6CDD5}"/>
    </a:ext>
  </a:extLst>
</a:theme>
</file>

<file path=ppt/theme/theme4.xml><?xml version="1.0" encoding="utf-8"?>
<a:theme xmlns:a="http://schemas.openxmlformats.org/drawingml/2006/main" name="2_MW_Public_widescreen">
  <a:themeElements>
    <a:clrScheme name="MathWorks">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potx" id="{D992D7DD-CA2E-4A61-A4BF-B55048F9C1A5}" vid="{967B863E-8A48-40AC-B3D6-4F73CD95E1A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8DADE9B5A202A428AD04D9209AEA083" ma:contentTypeVersion="17" ma:contentTypeDescription="Create a new document." ma:contentTypeScope="" ma:versionID="26fc5d8574b7f8351928ef07f1f16fa1">
  <xsd:schema xmlns:xsd="http://www.w3.org/2001/XMLSchema" xmlns:xs="http://www.w3.org/2001/XMLSchema" xmlns:p="http://schemas.microsoft.com/office/2006/metadata/properties" xmlns:ns2="acf9abf7-c116-4b83-8cff-9672c66dcb6b" xmlns:ns3="0ee7129e-4925-480d-949a-39847433c3b8" targetNamespace="http://schemas.microsoft.com/office/2006/metadata/properties" ma:root="true" ma:fieldsID="2aeff1c53fc3e2789aed9dc3292468f3" ns2:_="" ns3:_="">
    <xsd:import namespace="acf9abf7-c116-4b83-8cff-9672c66dcb6b"/>
    <xsd:import namespace="0ee7129e-4925-480d-949a-39847433c3b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f9abf7-c116-4b83-8cff-9672c66dc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dc2fbcc8-9673-4dab-87c4-578ccfafc19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ee7129e-4925-480d-949a-39847433c3b8"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0cfcc591-3763-4901-b236-5d61e2cd5f5b}" ma:internalName="TaxCatchAll" ma:showField="CatchAllData" ma:web="0ee7129e-4925-480d-949a-39847433c3b8">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6B9642-55B4-4867-AFC1-A7FE99467703}">
  <ds:schemaRefs>
    <ds:schemaRef ds:uri="http://schemas.microsoft.com/sharepoint/v3/contenttype/forms"/>
  </ds:schemaRefs>
</ds:datastoreItem>
</file>

<file path=customXml/itemProps2.xml><?xml version="1.0" encoding="utf-8"?>
<ds:datastoreItem xmlns:ds="http://schemas.openxmlformats.org/officeDocument/2006/customXml" ds:itemID="{C2D587C8-0D4C-4726-BE6C-27396C62D3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f9abf7-c116-4b83-8cff-9672c66dcb6b"/>
    <ds:schemaRef ds:uri="0ee7129e-4925-480d-949a-39847433c3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MathWorks</Template>
  <TotalTime>8</TotalTime>
  <Words>89</Words>
  <Application>Microsoft Office PowerPoint</Application>
  <PresentationFormat>Widescreen</PresentationFormat>
  <Paragraphs>5</Paragraphs>
  <Slides>1</Slides>
  <Notes>0</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vt:i4>
      </vt:variant>
    </vt:vector>
  </HeadingPairs>
  <TitlesOfParts>
    <vt:vector size="8" baseType="lpstr">
      <vt:lpstr>Arial</vt:lpstr>
      <vt:lpstr>Courier New</vt:lpstr>
      <vt:lpstr>Wingdings</vt:lpstr>
      <vt:lpstr>MathWorks</vt:lpstr>
      <vt:lpstr>MW_Confidential_widescreen</vt:lpstr>
      <vt:lpstr>1_MW_Public_widescreen</vt:lpstr>
      <vt:lpstr>2_MW_Public_widescreen</vt:lpstr>
      <vt:lpstr>Problem Statement: Create a Fitness Tracker!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Grace Woolson</cp:lastModifiedBy>
  <cp:revision>1</cp:revision>
  <dcterms:created xsi:type="dcterms:W3CDTF">2024-05-30T15:28:45Z</dcterms:created>
  <dcterms:modified xsi:type="dcterms:W3CDTF">2024-05-30T15:37:54Z</dcterms:modified>
</cp:coreProperties>
</file>