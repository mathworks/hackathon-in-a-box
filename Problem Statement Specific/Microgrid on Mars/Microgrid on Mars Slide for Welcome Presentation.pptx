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1" r:id="rId5"/>
    <p:sldMasterId id="2147483684" r:id="rId6"/>
    <p:sldMasterId id="2147483693" r:id="rId7"/>
  </p:sldMasterIdLst>
  <p:sldIdLst>
    <p:sldId id="27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56D8D04-CF9C-89E8-AC32-89BC1A333750}" name="Grace Woolson" initials="GW" userId="S::gracew@mathworks.com::d66316ce-2f95-4434-a324-dd1cc6260d5c" providerId="AD"/>
  <p188:author id="{B349D964-AC2C-2BB1-DA88-6DDA0EC28F2D}" name="Graham Dudgeon" initials="GD" userId="S::gdudgeon@mathworks.com::c5843aec-3c0c-4b16-8cad-7597fc3ea0c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17023D-CF0E-E061-260C-8E0B65A5D4EF}" v="4" dt="2024-08-01T13:56:53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63" d="100"/>
          <a:sy n="63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ce Woolson" userId="S::gracew@mathworks.com::d66316ce-2f95-4434-a324-dd1cc6260d5c" providerId="AD" clId="Web-{4E23ADD8-112E-BDC9-1C99-680F5CC9595D}"/>
    <pc:docChg chg="addSld delSld">
      <pc:chgData name="Grace Woolson" userId="S::gracew@mathworks.com::d66316ce-2f95-4434-a324-dd1cc6260d5c" providerId="AD" clId="Web-{4E23ADD8-112E-BDC9-1C99-680F5CC9595D}" dt="2024-02-23T14:14:53.596" v="1"/>
      <pc:docMkLst>
        <pc:docMk/>
      </pc:docMkLst>
      <pc:sldChg chg="add del">
        <pc:chgData name="Grace Woolson" userId="S::gracew@mathworks.com::d66316ce-2f95-4434-a324-dd1cc6260d5c" providerId="AD" clId="Web-{4E23ADD8-112E-BDC9-1C99-680F5CC9595D}" dt="2024-02-23T14:14:53.596" v="1"/>
        <pc:sldMkLst>
          <pc:docMk/>
          <pc:sldMk cId="2527129694" sldId="278"/>
        </pc:sldMkLst>
      </pc:sldChg>
    </pc:docChg>
  </pc:docChgLst>
  <pc:docChgLst>
    <pc:chgData name="Helen Lomas" userId="S::hlomas@mathworks.com::0bc7cb76-ece0-4f83-88da-7a047ab8c7a2" providerId="AD" clId="Web-{7D17023D-CF0E-E061-260C-8E0B65A5D4EF}"/>
    <pc:docChg chg="modSld">
      <pc:chgData name="Helen Lomas" userId="S::hlomas@mathworks.com::0bc7cb76-ece0-4f83-88da-7a047ab8c7a2" providerId="AD" clId="Web-{7D17023D-CF0E-E061-260C-8E0B65A5D4EF}" dt="2024-08-01T13:56:53.112" v="3"/>
      <pc:docMkLst>
        <pc:docMk/>
      </pc:docMkLst>
      <pc:sldChg chg="modSp">
        <pc:chgData name="Helen Lomas" userId="S::hlomas@mathworks.com::0bc7cb76-ece0-4f83-88da-7a047ab8c7a2" providerId="AD" clId="Web-{7D17023D-CF0E-E061-260C-8E0B65A5D4EF}" dt="2024-08-01T13:56:53.112" v="3"/>
        <pc:sldMkLst>
          <pc:docMk/>
          <pc:sldMk cId="2527129694" sldId="278"/>
        </pc:sldMkLst>
        <pc:picChg chg="mod modCrop">
          <ac:chgData name="Helen Lomas" userId="S::hlomas@mathworks.com::0bc7cb76-ece0-4f83-88da-7a047ab8c7a2" providerId="AD" clId="Web-{7D17023D-CF0E-E061-260C-8E0B65A5D4EF}" dt="2024-08-01T13:56:53.112" v="3"/>
          <ac:picMkLst>
            <pc:docMk/>
            <pc:sldMk cId="2527129694" sldId="278"/>
            <ac:picMk id="4" creationId="{06FB7D64-0D5B-E930-7DB5-78C9B94043F6}"/>
          </ac:picMkLst>
        </pc:picChg>
      </pc:sldChg>
    </pc:docChg>
  </pc:docChgLst>
  <pc:docChgLst>
    <pc:chgData name="Grace Woolson" userId="S::gracew@mathworks.com::d66316ce-2f95-4434-a324-dd1cc6260d5c" providerId="AD" clId="Web-{A3472C73-DCD4-1565-629F-188E9F14505A}"/>
    <pc:docChg chg="modSld">
      <pc:chgData name="Grace Woolson" userId="S::gracew@mathworks.com::d66316ce-2f95-4434-a324-dd1cc6260d5c" providerId="AD" clId="Web-{A3472C73-DCD4-1565-629F-188E9F14505A}" dt="2024-05-01T19:03:23.593" v="115" actId="20577"/>
      <pc:docMkLst>
        <pc:docMk/>
      </pc:docMkLst>
      <pc:sldChg chg="addSp delSp modSp">
        <pc:chgData name="Grace Woolson" userId="S::gracew@mathworks.com::d66316ce-2f95-4434-a324-dd1cc6260d5c" providerId="AD" clId="Web-{A3472C73-DCD4-1565-629F-188E9F14505A}" dt="2024-05-01T19:03:23.593" v="115" actId="20577"/>
        <pc:sldMkLst>
          <pc:docMk/>
          <pc:sldMk cId="2527129694" sldId="278"/>
        </pc:sldMkLst>
        <pc:spChg chg="mod">
          <ac:chgData name="Grace Woolson" userId="S::gracew@mathworks.com::d66316ce-2f95-4434-a324-dd1cc6260d5c" providerId="AD" clId="Web-{A3472C73-DCD4-1565-629F-188E9F14505A}" dt="2024-05-01T19:00:06.540" v="74" actId="1076"/>
          <ac:spMkLst>
            <pc:docMk/>
            <pc:sldMk cId="2527129694" sldId="278"/>
            <ac:spMk id="2" creationId="{AAF151CB-CD87-4DBA-BFB4-F112E2DAE6DD}"/>
          </ac:spMkLst>
        </pc:spChg>
        <pc:spChg chg="mod">
          <ac:chgData name="Grace Woolson" userId="S::gracew@mathworks.com::d66316ce-2f95-4434-a324-dd1cc6260d5c" providerId="AD" clId="Web-{A3472C73-DCD4-1565-629F-188E9F14505A}" dt="2024-05-01T19:03:23.593" v="115" actId="20577"/>
          <ac:spMkLst>
            <pc:docMk/>
            <pc:sldMk cId="2527129694" sldId="278"/>
            <ac:spMk id="3" creationId="{94281756-9E6B-434F-8C7C-7B8585AD93C9}"/>
          </ac:spMkLst>
        </pc:spChg>
        <pc:spChg chg="del mod">
          <ac:chgData name="Grace Woolson" userId="S::gracew@mathworks.com::d66316ce-2f95-4434-a324-dd1cc6260d5c" providerId="AD" clId="Web-{A3472C73-DCD4-1565-629F-188E9F14505A}" dt="2024-05-01T19:01:10.136" v="78"/>
          <ac:spMkLst>
            <pc:docMk/>
            <pc:sldMk cId="2527129694" sldId="278"/>
            <ac:spMk id="5" creationId="{50D41B40-D40A-3682-533A-CA85BF64A719}"/>
          </ac:spMkLst>
        </pc:spChg>
        <pc:picChg chg="add mod ord">
          <ac:chgData name="Grace Woolson" userId="S::gracew@mathworks.com::d66316ce-2f95-4434-a324-dd1cc6260d5c" providerId="AD" clId="Web-{A3472C73-DCD4-1565-629F-188E9F14505A}" dt="2024-05-01T19:02:54.280" v="111" actId="1076"/>
          <ac:picMkLst>
            <pc:docMk/>
            <pc:sldMk cId="2527129694" sldId="278"/>
            <ac:picMk id="4" creationId="{06FB7D64-0D5B-E930-7DB5-78C9B94043F6}"/>
          </ac:picMkLst>
        </pc:picChg>
      </pc:sldChg>
    </pc:docChg>
  </pc:docChgLst>
  <pc:docChgLst>
    <pc:chgData name="Grace Woolson" userId="S::gracew@mathworks.com::d66316ce-2f95-4434-a324-dd1cc6260d5c" providerId="AD" clId="Web-{3BD0B2A2-9CC9-3807-B140-79D43CA4277D}"/>
    <pc:docChg chg="mod modSld">
      <pc:chgData name="Grace Woolson" userId="S::gracew@mathworks.com::d66316ce-2f95-4434-a324-dd1cc6260d5c" providerId="AD" clId="Web-{3BD0B2A2-9CC9-3807-B140-79D43CA4277D}" dt="2024-05-02T13:54:23.218" v="12"/>
      <pc:docMkLst>
        <pc:docMk/>
      </pc:docMkLst>
      <pc:sldChg chg="modSp delCm modCm">
        <pc:chgData name="Grace Woolson" userId="S::gracew@mathworks.com::d66316ce-2f95-4434-a324-dd1cc6260d5c" providerId="AD" clId="Web-{3BD0B2A2-9CC9-3807-B140-79D43CA4277D}" dt="2024-05-02T13:54:23.218" v="12"/>
        <pc:sldMkLst>
          <pc:docMk/>
          <pc:sldMk cId="2527129694" sldId="278"/>
        </pc:sldMkLst>
        <pc:spChg chg="mod">
          <ac:chgData name="Grace Woolson" userId="S::gracew@mathworks.com::d66316ce-2f95-4434-a324-dd1cc6260d5c" providerId="AD" clId="Web-{3BD0B2A2-9CC9-3807-B140-79D43CA4277D}" dt="2024-05-02T13:54:19.093" v="10" actId="20577"/>
          <ac:spMkLst>
            <pc:docMk/>
            <pc:sldMk cId="2527129694" sldId="278"/>
            <ac:spMk id="3" creationId="{94281756-9E6B-434F-8C7C-7B8585AD93C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Grace Woolson" userId="S::gracew@mathworks.com::d66316ce-2f95-4434-a324-dd1cc6260d5c" providerId="AD" clId="Web-{3BD0B2A2-9CC9-3807-B140-79D43CA4277D}" dt="2024-05-02T13:54:19.233" v="11"/>
              <pc2:cmMkLst xmlns:pc2="http://schemas.microsoft.com/office/powerpoint/2019/9/main/command">
                <pc:docMk/>
                <pc:sldMk cId="2527129694" sldId="278"/>
                <pc2:cmMk id="{17207449-E986-40D7-A1FC-EEDD9E55FA7E}"/>
              </pc2:cmMkLst>
            </pc226:cmChg>
            <pc226:cmChg xmlns:pc226="http://schemas.microsoft.com/office/powerpoint/2022/06/main/command" chg="del mod modRxn">
              <pc226:chgData name="Grace Woolson" userId="S::gracew@mathworks.com::d66316ce-2f95-4434-a324-dd1cc6260d5c" providerId="AD" clId="Web-{3BD0B2A2-9CC9-3807-B140-79D43CA4277D}" dt="2024-05-02T13:54:23.218" v="12"/>
              <pc2:cmMkLst xmlns:pc2="http://schemas.microsoft.com/office/powerpoint/2019/9/main/command">
                <pc:docMk/>
                <pc:sldMk cId="2527129694" sldId="278"/>
                <pc2:cmMk id="{6998EBB8-3031-4A5F-A7D9-F68292A9E4E7}"/>
              </pc2:cmMkLst>
            </pc226:cmChg>
            <pc226:cmChg xmlns:pc226="http://schemas.microsoft.com/office/powerpoint/2022/06/main/command" chg="del mod">
              <pc226:chgData name="Grace Woolson" userId="S::gracew@mathworks.com::d66316ce-2f95-4434-a324-dd1cc6260d5c" providerId="AD" clId="Web-{3BD0B2A2-9CC9-3807-B140-79D43CA4277D}" dt="2024-05-02T13:52:51.150" v="5"/>
              <pc2:cmMkLst xmlns:pc2="http://schemas.microsoft.com/office/powerpoint/2019/9/main/command">
                <pc:docMk/>
                <pc:sldMk cId="2527129694" sldId="278"/>
                <pc2:cmMk id="{0773C4E5-E449-4326-A2ED-F5B961002DA1}"/>
              </pc2:cmMkLst>
            </pc226:cmChg>
          </p:ext>
        </pc:extLst>
      </pc:sldChg>
    </pc:docChg>
  </pc:docChgLst>
  <pc:docChgLst>
    <pc:chgData name="Grace Woolson" userId="d66316ce-2f95-4434-a324-dd1cc6260d5c" providerId="ADAL" clId="{8BF59DF9-B4BF-484A-8923-145598199455}"/>
    <pc:docChg chg="addSld delSld modSld">
      <pc:chgData name="Grace Woolson" userId="d66316ce-2f95-4434-a324-dd1cc6260d5c" providerId="ADAL" clId="{8BF59DF9-B4BF-484A-8923-145598199455}" dt="2024-02-23T14:15:41.376" v="4" actId="47"/>
      <pc:docMkLst>
        <pc:docMk/>
      </pc:docMkLst>
      <pc:sldChg chg="modSp del">
        <pc:chgData name="Grace Woolson" userId="d66316ce-2f95-4434-a324-dd1cc6260d5c" providerId="ADAL" clId="{8BF59DF9-B4BF-484A-8923-145598199455}" dt="2024-02-23T14:15:41.376" v="4" actId="47"/>
        <pc:sldMkLst>
          <pc:docMk/>
          <pc:sldMk cId="109857222" sldId="256"/>
        </pc:sldMkLst>
        <pc:spChg chg="mod">
          <ac:chgData name="Grace Woolson" userId="d66316ce-2f95-4434-a324-dd1cc6260d5c" providerId="ADAL" clId="{8BF59DF9-B4BF-484A-8923-145598199455}" dt="2024-02-23T14:15:25.147" v="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Grace Woolson" userId="d66316ce-2f95-4434-a324-dd1cc6260d5c" providerId="ADAL" clId="{8BF59DF9-B4BF-484A-8923-145598199455}" dt="2024-02-23T14:15:25.147" v="0"/>
          <ac:spMkLst>
            <pc:docMk/>
            <pc:sldMk cId="109857222" sldId="256"/>
            <ac:spMk id="3" creationId="{00000000-0000-0000-0000-000000000000}"/>
          </ac:spMkLst>
        </pc:spChg>
      </pc:sldChg>
      <pc:sldChg chg="new del">
        <pc:chgData name="Grace Woolson" userId="d66316ce-2f95-4434-a324-dd1cc6260d5c" providerId="ADAL" clId="{8BF59DF9-B4BF-484A-8923-145598199455}" dt="2024-02-23T14:15:39.238" v="3" actId="47"/>
        <pc:sldMkLst>
          <pc:docMk/>
          <pc:sldMk cId="999246683" sldId="257"/>
        </pc:sldMkLst>
      </pc:sldChg>
      <pc:sldChg chg="add">
        <pc:chgData name="Grace Woolson" userId="d66316ce-2f95-4434-a324-dd1cc6260d5c" providerId="ADAL" clId="{8BF59DF9-B4BF-484A-8923-145598199455}" dt="2024-02-23T14:15:37.303" v="2"/>
        <pc:sldMkLst>
          <pc:docMk/>
          <pc:sldMk cId="2527129694" sldId="278"/>
        </pc:sldMkLst>
      </pc:sldChg>
    </pc:docChg>
  </pc:docChgLst>
  <pc:docChgLst>
    <pc:chgData name="Graham Dudgeon" userId="S::gdudgeon@mathworks.com::c5843aec-3c0c-4b16-8cad-7597fc3ea0ce" providerId="AD" clId="Web-{A42073FB-1677-5635-00F1-25A541A1C3EB}"/>
    <pc:docChg chg="mod modSld">
      <pc:chgData name="Graham Dudgeon" userId="S::gdudgeon@mathworks.com::c5843aec-3c0c-4b16-8cad-7597fc3ea0ce" providerId="AD" clId="Web-{A42073FB-1677-5635-00F1-25A541A1C3EB}" dt="2024-05-02T11:57:40.189" v="46" actId="20577"/>
      <pc:docMkLst>
        <pc:docMk/>
      </pc:docMkLst>
      <pc:sldChg chg="modSp addCm modCm">
        <pc:chgData name="Graham Dudgeon" userId="S::gdudgeon@mathworks.com::c5843aec-3c0c-4b16-8cad-7597fc3ea0ce" providerId="AD" clId="Web-{A42073FB-1677-5635-00F1-25A541A1C3EB}" dt="2024-05-02T11:57:40.189" v="46" actId="20577"/>
        <pc:sldMkLst>
          <pc:docMk/>
          <pc:sldMk cId="2527129694" sldId="278"/>
        </pc:sldMkLst>
        <pc:spChg chg="mod">
          <ac:chgData name="Graham Dudgeon" userId="S::gdudgeon@mathworks.com::c5843aec-3c0c-4b16-8cad-7597fc3ea0ce" providerId="AD" clId="Web-{A42073FB-1677-5635-00F1-25A541A1C3EB}" dt="2024-05-02T11:57:40.189" v="46" actId="20577"/>
          <ac:spMkLst>
            <pc:docMk/>
            <pc:sldMk cId="2527129694" sldId="278"/>
            <ac:spMk id="3" creationId="{94281756-9E6B-434F-8C7C-7B8585AD93C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Graham Dudgeon" userId="S::gdudgeon@mathworks.com::c5843aec-3c0c-4b16-8cad-7597fc3ea0ce" providerId="AD" clId="Web-{A42073FB-1677-5635-00F1-25A541A1C3EB}" dt="2024-05-02T11:56:59.876" v="44" actId="20577"/>
              <pc2:cmMkLst xmlns:pc2="http://schemas.microsoft.com/office/powerpoint/2019/9/main/command">
                <pc:docMk/>
                <pc:sldMk cId="2527129694" sldId="278"/>
                <pc2:cmMk id="{17207449-E986-40D7-A1FC-EEDD9E55FA7E}"/>
              </pc2:cmMkLst>
            </pc226:cmChg>
            <pc226:cmChg xmlns:pc226="http://schemas.microsoft.com/office/powerpoint/2022/06/main/command" chg="add mod">
              <pc226:chgData name="Graham Dudgeon" userId="S::gdudgeon@mathworks.com::c5843aec-3c0c-4b16-8cad-7597fc3ea0ce" providerId="AD" clId="Web-{A42073FB-1677-5635-00F1-25A541A1C3EB}" dt="2024-05-02T11:56:59.876" v="44" actId="20577"/>
              <pc2:cmMkLst xmlns:pc2="http://schemas.microsoft.com/office/powerpoint/2019/9/main/command">
                <pc:docMk/>
                <pc:sldMk cId="2527129694" sldId="278"/>
                <pc2:cmMk id="{6998EBB8-3031-4A5F-A7D9-F68292A9E4E7}"/>
              </pc2:cmMkLst>
            </pc226:cmChg>
            <pc226:cmChg xmlns:pc226="http://schemas.microsoft.com/office/powerpoint/2022/06/main/command" chg="add mod">
              <pc226:chgData name="Graham Dudgeon" userId="S::gdudgeon@mathworks.com::c5843aec-3c0c-4b16-8cad-7597fc3ea0ce" providerId="AD" clId="Web-{A42073FB-1677-5635-00F1-25A541A1C3EB}" dt="2024-05-02T11:56:59.876" v="44" actId="20577"/>
              <pc2:cmMkLst xmlns:pc2="http://schemas.microsoft.com/office/powerpoint/2019/9/main/command">
                <pc:docMk/>
                <pc:sldMk cId="2527129694" sldId="278"/>
                <pc2:cmMk id="{0773C4E5-E449-4326-A2ED-F5B961002DA1}"/>
              </pc2:cmMkLst>
            </pc226:cmChg>
          </p:ext>
        </pc:ext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Copyright"/>
          <p:cNvSpPr txBox="1"/>
          <p:nvPr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2019 The MathWorks, Inc.</a:t>
            </a:r>
          </a:p>
        </p:txBody>
      </p:sp>
      <p:cxnSp>
        <p:nvCxnSpPr>
          <p:cNvPr id="26" name="GrayLine"/>
          <p:cNvCxnSpPr/>
          <p:nvPr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7019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80542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3350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04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901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2159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2569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Edit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0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baseline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0" b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14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1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1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1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0685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1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1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80273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luemesh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1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2019 The MathWorks, Inc.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 descr="09_MW_logo_CMYK_REV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1934EA-3018-4E4E-88AB-B4AB34B1132C}"/>
              </a:ext>
            </a:extLst>
          </p:cNvPr>
          <p:cNvSpPr txBox="1"/>
          <p:nvPr/>
        </p:nvSpPr>
        <p:spPr>
          <a:xfrm>
            <a:off x="-4067" y="6455419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1539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7" b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6"/>
            </a:lvl1pPr>
            <a:lvl2pPr>
              <a:lnSpc>
                <a:spcPct val="105000"/>
              </a:lnSpc>
              <a:defRPr sz="2005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6AE702-0BC0-4D9C-9D7B-246498982AF9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25843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32F1FA-CD8A-4C15-B2D0-165B0656FA1A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58276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477A8A-CB0B-48D9-A9F8-67203F3E6F19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45660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7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5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5" b="1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Text Placeholder 2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9A3ED-9BB8-4BC4-89A0-345D3069F276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97078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8" b="1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C625B-7287-4D27-A79F-16B4F63106CC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59407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6"/>
            </a:lvl1pPr>
            <a:lvl2pPr>
              <a:defRPr sz="2005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6"/>
            </a:lvl1pPr>
            <a:lvl2pPr>
              <a:defRPr sz="2005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3D92B-1804-48D9-B4BC-2619AF33FC18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264728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5"/>
          <p:cNvSpPr txBox="1">
            <a:spLocks noChangeArrowheads="1"/>
          </p:cNvSpPr>
          <p:nvPr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6">
                <a:latin typeface="Arial" pitchFamily="34" charset="0"/>
                <a:cs typeface="Arial" pitchFamily="34" charset="0"/>
              </a:rPr>
              <a:t>Edit</a:t>
            </a:r>
            <a:r>
              <a:rPr lang="en-US" sz="2406" baseline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6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6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6">
                <a:latin typeface="Arial" pitchFamily="34" charset="0"/>
                <a:cs typeface="Arial" pitchFamily="34" charset="0"/>
              </a:rPr>
              <a:t>Bullet</a:t>
            </a:r>
            <a:r>
              <a:rPr lang="en-US" sz="2406" baseline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6" baseline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6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7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7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7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7" b="1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7" b="1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57AF5D-57ED-45FC-A9BE-7B2E29D508F7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777150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Copyright"/>
          <p:cNvSpPr txBox="1"/>
          <p:nvPr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2021 The MathWorks, Inc.</a:t>
            </a:r>
          </a:p>
        </p:txBody>
      </p:sp>
      <p:cxnSp>
        <p:nvCxnSpPr>
          <p:cNvPr id="26" name="GrayLine"/>
          <p:cNvCxnSpPr/>
          <p:nvPr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23718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8944-A317-4EAB-8E42-62FFFC88C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504E557F-B6E8-4F54-9753-C9753B651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937859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564883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15346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3035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665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14140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946455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513988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/>
              <a:t>Key Takeaways</a:t>
            </a:r>
          </a:p>
          <a:p>
            <a:pPr marL="513988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 err="1"/>
              <a:t>PdM</a:t>
            </a:r>
            <a:r>
              <a:rPr lang="en-US" sz="2800" b="0"/>
              <a:t> Market Update</a:t>
            </a:r>
          </a:p>
          <a:p>
            <a:pPr marL="80073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/>
              <a:t>What the Playing Field Looks Like Now</a:t>
            </a:r>
          </a:p>
          <a:p>
            <a:pPr marL="80073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/>
              <a:t>What the Competition Has Been Up To</a:t>
            </a:r>
          </a:p>
          <a:p>
            <a:pPr marL="80073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/>
              <a:t>What We’ve Been Up To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/>
              <a:t>Strategy Overview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/>
              <a:t>Feedback</a:t>
            </a:r>
            <a:endParaRPr lang="en-US" sz="3600" b="0"/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 b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Predictive Maintenance Toolbox LTS Agenda</a:t>
            </a:r>
          </a:p>
        </p:txBody>
      </p:sp>
    </p:spTree>
    <p:extLst>
      <p:ext uri="{BB962C8B-B14F-4D97-AF65-F5344CB8AC3E}">
        <p14:creationId xmlns:p14="http://schemas.microsoft.com/office/powerpoint/2010/main" val="3474804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412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1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1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2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sp>
        <p:nvSpPr>
          <p:cNvPr id="10" name="Confidential"/>
          <p:cNvSpPr txBox="1"/>
          <p:nvPr/>
        </p:nvSpPr>
        <p:spPr>
          <a:xfrm>
            <a:off x="8809221" y="6538212"/>
            <a:ext cx="2946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3" b="0" spc="120" baseline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CONFIDENTIAL</a:t>
            </a:r>
            <a:r>
              <a:rPr lang="en-US" sz="1203" b="0" spc="100" baseline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 |</a:t>
            </a: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679339" y="23673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4920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ftr="0" dt="0"/>
  <p:txStyles>
    <p:titleStyle>
      <a:lvl1pPr algn="l" defTabSz="916686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7" indent="-343757" algn="l" defTabSz="916686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7" indent="-286464" algn="l" defTabSz="916686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8" indent="-229172" algn="l" defTabSz="916686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201" indent="-229172" algn="l" defTabSz="916686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44" indent="-229172" algn="l" defTabSz="916686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87" indent="-229172" algn="l" defTabSz="916686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30" indent="-229172" algn="l" defTabSz="916686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73" indent="-229172" algn="l" defTabSz="916686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916" indent="-229172" algn="l" defTabSz="916686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3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6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9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72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15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58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401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44" algn="l" defTabSz="916686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Picture 11" descr="logo647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Straight Connector 11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1D551A7-51AD-48F4-A163-B9E0A087EF2B}"/>
              </a:ext>
            </a:extLst>
          </p:cNvPr>
          <p:cNvSpPr txBox="1"/>
          <p:nvPr/>
        </p:nvSpPr>
        <p:spPr>
          <a:xfrm>
            <a:off x="8839200" y="6450568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MathWorks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1080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7" b="1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6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26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51CB-CD87-4DBA-BFB4-F112E2DA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Problem Statement: Create a Microgrid on Mars!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81756-9E6B-434F-8C7C-7B8585AD9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2" y="1457960"/>
            <a:ext cx="6685280" cy="479043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Arial"/>
                <a:cs typeface="Arial"/>
              </a:rPr>
              <a:t>Microgrids are localized grids designed to provide electricity to a small geographic area, such as a university campus, a hospital complex, or a business center, and are necessary for establishing permanent stations for space exploration.</a:t>
            </a:r>
            <a:endParaRPr lang="en-US" sz="22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10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Arial"/>
                <a:cs typeface="Arial"/>
              </a:rPr>
              <a:t>They can function independently by using local energy generation sources, which often include renewable resources like solar panels, wind turbines, and energy storage systems like batteries.</a:t>
            </a:r>
            <a:endParaRPr lang="en-US" sz="2200"/>
          </a:p>
          <a:p>
            <a:pPr marL="0" indent="0">
              <a:buNone/>
            </a:pPr>
            <a:endParaRPr lang="en-US" sz="10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200" dirty="0">
                <a:latin typeface="Arial"/>
                <a:cs typeface="Arial"/>
              </a:rPr>
              <a:t>As our engineers stationed on Mars, it's your job to develop a new microgrid system that will provide power to your station!</a:t>
            </a:r>
            <a:endParaRPr lang="en-US" sz="2200"/>
          </a:p>
          <a:p>
            <a:pPr marL="0" indent="0">
              <a:buNone/>
            </a:pPr>
            <a:endParaRPr lang="en-US"/>
          </a:p>
          <a:p>
            <a:pPr marL="343535" indent="-343535"/>
            <a:endParaRPr lang="en-US"/>
          </a:p>
          <a:p>
            <a:pPr marL="343535" indent="-343535"/>
            <a:endParaRPr lang="en-US" dirty="0"/>
          </a:p>
          <a:p>
            <a:pPr marL="343535" indent="-343535"/>
            <a:endParaRPr lang="en-US"/>
          </a:p>
          <a:p>
            <a:pPr marL="343535" indent="-343535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FB7D64-0D5B-E930-7DB5-78C9B94043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38392" y="2005329"/>
            <a:ext cx="4071620" cy="3543300"/>
          </a:xfrm>
        </p:spPr>
      </p:pic>
    </p:spTree>
    <p:extLst>
      <p:ext uri="{BB962C8B-B14F-4D97-AF65-F5344CB8AC3E}">
        <p14:creationId xmlns:p14="http://schemas.microsoft.com/office/powerpoint/2010/main" val="25271296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MathWorks">
  <a:themeElements>
    <a:clrScheme name="TMW_PPT">
      <a:dk1>
        <a:sysClr val="windowText" lastClr="000000"/>
      </a:dk1>
      <a:lt1>
        <a:sysClr val="window" lastClr="FFFFFF"/>
      </a:lt1>
      <a:dk2>
        <a:srgbClr val="125687"/>
      </a:dk2>
      <a:lt2>
        <a:srgbClr val="EEECE1"/>
      </a:lt2>
      <a:accent1>
        <a:srgbClr val="95B3D7"/>
      </a:accent1>
      <a:accent2>
        <a:srgbClr val="781414"/>
      </a:accent2>
      <a:accent3>
        <a:srgbClr val="697819"/>
      </a:accent3>
      <a:accent4>
        <a:srgbClr val="D27809"/>
      </a:accent4>
      <a:accent5>
        <a:srgbClr val="BFBFBF"/>
      </a:accent5>
      <a:accent6>
        <a:srgbClr val="E5DD9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thWorks" id="{82C27CFC-63EA-448C-AE94-83AF97230EA0}" vid="{E91128D3-5B29-4EB2-9251-3330FE5AB1FB}"/>
    </a:ext>
  </a:extLst>
</a:theme>
</file>

<file path=ppt/theme/theme2.xml><?xml version="1.0" encoding="utf-8"?>
<a:theme xmlns:a="http://schemas.openxmlformats.org/drawingml/2006/main" name="MW_Confidential_widescreen">
  <a:themeElements>
    <a:clrScheme name="MW">
      <a:dk1>
        <a:srgbClr val="000000"/>
      </a:dk1>
      <a:lt1>
        <a:srgbClr val="FFFFFF"/>
      </a:lt1>
      <a:dk2>
        <a:srgbClr val="0076A8"/>
      </a:dk2>
      <a:lt2>
        <a:srgbClr val="ECF5F8"/>
      </a:lt2>
      <a:accent1>
        <a:srgbClr val="D78824"/>
      </a:accent1>
      <a:accent2>
        <a:srgbClr val="004B87"/>
      </a:accent2>
      <a:accent3>
        <a:srgbClr val="00A9E0"/>
      </a:accent3>
      <a:accent4>
        <a:srgbClr val="F2A900"/>
      </a:accent4>
      <a:accent5>
        <a:srgbClr val="B7302C"/>
      </a:accent5>
      <a:accent6>
        <a:srgbClr val="48A23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confidential.potx" id="{9C3E3526-444E-4DB8-8973-12831110EE79}" vid="{2DB0E862-A40E-497D-BEAB-CD87D2D2E70D}"/>
    </a:ext>
  </a:extLst>
</a:theme>
</file>

<file path=ppt/theme/theme3.xml><?xml version="1.0" encoding="utf-8"?>
<a:theme xmlns:a="http://schemas.openxmlformats.org/drawingml/2006/main" name="1_MW_Public_widescreen">
  <a:themeElements>
    <a:clrScheme name="TMW_PPT">
      <a:dk1>
        <a:sysClr val="windowText" lastClr="000000"/>
      </a:dk1>
      <a:lt1>
        <a:sysClr val="window" lastClr="FFFFFF"/>
      </a:lt1>
      <a:dk2>
        <a:srgbClr val="125687"/>
      </a:dk2>
      <a:lt2>
        <a:srgbClr val="EEECE1"/>
      </a:lt2>
      <a:accent1>
        <a:srgbClr val="95B3D7"/>
      </a:accent1>
      <a:accent2>
        <a:srgbClr val="781414"/>
      </a:accent2>
      <a:accent3>
        <a:srgbClr val="697819"/>
      </a:accent3>
      <a:accent4>
        <a:srgbClr val="D27809"/>
      </a:accent4>
      <a:accent5>
        <a:srgbClr val="BFBFBF"/>
      </a:accent5>
      <a:accent6>
        <a:srgbClr val="E5DD9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6EF67AD0-93F4-41F9-AE06-6FA3D00B2880}" vid="{49371805-32BB-4BF7-ADCB-DF8BEEA6CDD5}"/>
    </a:ext>
  </a:extLst>
</a:theme>
</file>

<file path=ppt/theme/theme4.xml><?xml version="1.0" encoding="utf-8"?>
<a:theme xmlns:a="http://schemas.openxmlformats.org/drawingml/2006/main" name="2_MW_Public_widescreen">
  <a:themeElements>
    <a:clrScheme name="MathWorks">
      <a:dk1>
        <a:sysClr val="windowText" lastClr="000000"/>
      </a:dk1>
      <a:lt1>
        <a:sysClr val="window" lastClr="FFFFFF"/>
      </a:lt1>
      <a:dk2>
        <a:srgbClr val="125687"/>
      </a:dk2>
      <a:lt2>
        <a:srgbClr val="EEECE1"/>
      </a:lt2>
      <a:accent1>
        <a:srgbClr val="95B3D7"/>
      </a:accent1>
      <a:accent2>
        <a:srgbClr val="781414"/>
      </a:accent2>
      <a:accent3>
        <a:srgbClr val="697819"/>
      </a:accent3>
      <a:accent4>
        <a:srgbClr val="D27809"/>
      </a:accent4>
      <a:accent5>
        <a:srgbClr val="BFBFBF"/>
      </a:accent5>
      <a:accent6>
        <a:srgbClr val="E5DD9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public.potx" id="{D992D7DD-CA2E-4A61-A4BF-B55048F9C1A5}" vid="{967B863E-8A48-40AC-B3D6-4F73CD95E1A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DADE9B5A202A428AD04D9209AEA083" ma:contentTypeVersion="17" ma:contentTypeDescription="Create a new document." ma:contentTypeScope="" ma:versionID="26fc5d8574b7f8351928ef07f1f16fa1">
  <xsd:schema xmlns:xsd="http://www.w3.org/2001/XMLSchema" xmlns:xs="http://www.w3.org/2001/XMLSchema" xmlns:p="http://schemas.microsoft.com/office/2006/metadata/properties" xmlns:ns2="acf9abf7-c116-4b83-8cff-9672c66dcb6b" xmlns:ns3="0ee7129e-4925-480d-949a-39847433c3b8" targetNamespace="http://schemas.microsoft.com/office/2006/metadata/properties" ma:root="true" ma:fieldsID="2aeff1c53fc3e2789aed9dc3292468f3" ns2:_="" ns3:_="">
    <xsd:import namespace="acf9abf7-c116-4b83-8cff-9672c66dcb6b"/>
    <xsd:import namespace="0ee7129e-4925-480d-949a-39847433c3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f9abf7-c116-4b83-8cff-9672c66dc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c2fbcc8-9673-4dab-87c4-578ccfafc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e7129e-4925-480d-949a-39847433c3b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0cfcc591-3763-4901-b236-5d61e2cd5f5b}" ma:internalName="TaxCatchAll" ma:showField="CatchAllData" ma:web="0ee7129e-4925-480d-949a-39847433c3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e7129e-4925-480d-949a-39847433c3b8" xsi:nil="true"/>
    <lcf76f155ced4ddcb4097134ff3c332f xmlns="acf9abf7-c116-4b83-8cff-9672c66dcb6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11B9B7-68EF-4604-B403-9F6F82DB74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f9abf7-c116-4b83-8cff-9672c66dcb6b"/>
    <ds:schemaRef ds:uri="0ee7129e-4925-480d-949a-39847433c3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9FC0F38-D40D-4145-86E3-21DA0F6CA840}">
  <ds:schemaRefs>
    <ds:schemaRef ds:uri="http://schemas.microsoft.com/office/2006/metadata/properties"/>
    <ds:schemaRef ds:uri="http://schemas.microsoft.com/office/infopath/2007/PartnerControls"/>
    <ds:schemaRef ds:uri="0ee7129e-4925-480d-949a-39847433c3b8"/>
    <ds:schemaRef ds:uri="acf9abf7-c116-4b83-8cff-9672c66dcb6b"/>
  </ds:schemaRefs>
</ds:datastoreItem>
</file>

<file path=customXml/itemProps3.xml><?xml version="1.0" encoding="utf-8"?>
<ds:datastoreItem xmlns:ds="http://schemas.openxmlformats.org/officeDocument/2006/customXml" ds:itemID="{ADDC7305-7069-480F-B280-6D7887348D0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MathWorks</Template>
  <TotalTime>0</TotalTime>
  <Words>21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MathWorks</vt:lpstr>
      <vt:lpstr>MW_Confidential_widescreen</vt:lpstr>
      <vt:lpstr>1_MW_Public_widescreen</vt:lpstr>
      <vt:lpstr>2_MW_Public_widescreen</vt:lpstr>
      <vt:lpstr>Problem Statement: Create a Microgrid on Mars!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Grace Woolson</cp:lastModifiedBy>
  <cp:revision>106</cp:revision>
  <dcterms:created xsi:type="dcterms:W3CDTF">2024-02-23T14:14:13Z</dcterms:created>
  <dcterms:modified xsi:type="dcterms:W3CDTF">2024-08-01T13:57:00Z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0x01010098DADE9B5A202A428AD04D9209AEA083</vt:lpwstr>
  </property>
  <property fmtid="{D5CDD505-2E9C-101B-9397-08002B2CF9AE}" pid="3" name="MediaServiceImageTags">
    <vt:lpwstr/>
  </property>
</Properties>
</file>