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1" r:id="rId5"/>
    <p:sldMasterId id="2147483684" r:id="rId6"/>
    <p:sldMasterId id="2147483693" r:id="rId7"/>
  </p:sldMasterIdLst>
  <p:sldIdLst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F038E-E5A5-F800-EF88-31B4AAAE509C}" v="1" dt="2025-12-18T17:15:04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A8F038E-E5A5-F800-EF88-31B4AAAE509C}"/>
    <pc:docChg chg="addSld">
      <pc:chgData name="" userId="" providerId="" clId="Web-{AA8F038E-E5A5-F800-EF88-31B4AAAE509C}" dt="2025-12-18T17:15:04.677" v="0"/>
      <pc:docMkLst>
        <pc:docMk/>
      </pc:docMkLst>
      <pc:sldChg chg="add">
        <pc:chgData name="" userId="" providerId="" clId="Web-{AA8F038E-E5A5-F800-EF88-31B4AAAE509C}" dt="2025-12-18T17:15:04.677" v="0"/>
        <pc:sldMkLst>
          <pc:docMk/>
          <pc:sldMk cId="820685465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01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054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335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04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0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15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56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4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068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1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027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luemesh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1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09_MW_logo_CMYK_REV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1934EA-3018-4E4E-88AB-B4AB34B1132C}"/>
              </a:ext>
            </a:extLst>
          </p:cNvPr>
          <p:cNvSpPr txBox="1"/>
          <p:nvPr/>
        </p:nvSpPr>
        <p:spPr>
          <a:xfrm>
            <a:off x="-4067" y="6455419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153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7" b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6"/>
            </a:lvl1pPr>
            <a:lvl2pPr>
              <a:lnSpc>
                <a:spcPct val="105000"/>
              </a:lnSpc>
              <a:defRPr sz="2005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AE702-0BC0-4D9C-9D7B-246498982AF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25843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2F1FA-CD8A-4C15-B2D0-165B0656FA1A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8276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477A8A-CB0B-48D9-A9F8-67203F3E6F1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5660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5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5" b="1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9A3ED-9BB8-4BC4-89A0-345D3069F276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707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8" b="1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C625B-7287-4D27-A79F-16B4F63106CC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9407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3D92B-1804-48D9-B4BC-2619AF33FC18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2647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Edit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6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6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7" b="1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7AF5D-57ED-45FC-A9BE-7B2E29D508F7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7715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2371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8944-A317-4EAB-8E42-62FFFC88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504E557F-B6E8-4F54-9753-C9753B65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93785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56488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1534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303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66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1414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4645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Key Takeaways</a:t>
            </a:r>
          </a:p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err="1"/>
              <a:t>PdM</a:t>
            </a:r>
            <a:r>
              <a:rPr lang="en-US" sz="2800" b="0"/>
              <a:t> Market Update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Playing Field Looks Like Now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Competition Has Been Up To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We’ve Been Up To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Strategy Overview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Feedback</a:t>
            </a:r>
            <a:endParaRPr lang="en-US" sz="3600" b="0"/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b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Predictive Maintenance Toolbox LTS Agenda</a:t>
            </a:r>
          </a:p>
        </p:txBody>
      </p:sp>
    </p:spTree>
    <p:extLst>
      <p:ext uri="{BB962C8B-B14F-4D97-AF65-F5344CB8AC3E}">
        <p14:creationId xmlns:p14="http://schemas.microsoft.com/office/powerpoint/2010/main" val="347480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1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2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sp>
        <p:nvSpPr>
          <p:cNvPr id="10" name="Confidential"/>
          <p:cNvSpPr txBox="1"/>
          <p:nvPr/>
        </p:nvSpPr>
        <p:spPr>
          <a:xfrm>
            <a:off x="8809221" y="6538212"/>
            <a:ext cx="294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3" b="0" spc="12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  <a:r>
              <a:rPr lang="en-US" sz="1203" b="0" spc="10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|</a:t>
            </a: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679339" y="23673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2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6686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7" indent="-343757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7" indent="-286464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8" indent="-229172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201" indent="-229172" algn="l" defTabSz="916686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44" indent="-229172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87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30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73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916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3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6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9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72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15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58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401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44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Picture 11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1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D551A7-51AD-48F4-A163-B9E0A087EF2B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080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7" b="1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6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26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51CB-CD87-4DBA-BFB4-F112E2DA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1756-9E6B-434F-8C7C-7B8585AD9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You have a mission to help uncover hidden patterns in </a:t>
            </a:r>
            <a:r>
              <a:rPr lang="en-US" sz="2000" dirty="0" err="1"/>
              <a:t>Mathtown’s</a:t>
            </a:r>
            <a:r>
              <a:rPr lang="en-US" sz="2000" dirty="0"/>
              <a:t> weather data. Each challenge requires your data analysis skills to solve real-world problems.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Data was collected every day from 2000-2010 on the following 6 parameters: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US" sz="2000" dirty="0" err="1"/>
              <a:t>AirTemperature</a:t>
            </a:r>
            <a:r>
              <a:rPr lang="en-US" sz="2000" dirty="0"/>
              <a:t>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US" sz="2000" dirty="0" err="1"/>
              <a:t>RainfallFlux</a:t>
            </a:r>
            <a:endParaRPr lang="en-US" sz="2000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US" sz="2000" dirty="0" err="1"/>
              <a:t>SnowfallFlux</a:t>
            </a:r>
            <a:endParaRPr lang="en-US" sz="2000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US" sz="2000" dirty="0" err="1"/>
              <a:t>SpecificHumidity</a:t>
            </a:r>
            <a:endParaRPr lang="en-US" sz="2000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US" sz="2000" dirty="0" err="1"/>
              <a:t>SurfAirPressure</a:t>
            </a:r>
            <a:endParaRPr lang="en-US" sz="2000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US" sz="2000" dirty="0" err="1"/>
              <a:t>WindSpeed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343535" indent="-343535"/>
            <a:endParaRPr lang="en-US" dirty="0"/>
          </a:p>
          <a:p>
            <a:pPr marL="343535" indent="-343535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E64C42-185E-C91A-2D6B-D0FBE37C40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2867" y="2533131"/>
            <a:ext cx="4486901" cy="3715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AB4D55-550E-C6F8-AF9C-48ABFE744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473" y="609601"/>
            <a:ext cx="2781688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29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E979-E2A2-8030-A827-C6425C48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view the dataset and test code, Open in MATLAB Online</a:t>
            </a:r>
          </a:p>
        </p:txBody>
      </p:sp>
      <p:pic>
        <p:nvPicPr>
          <p:cNvPr id="5" name="GraderToMLO">
            <a:hlinkClick r:id="" action="ppaction://media"/>
            <a:extLst>
              <a:ext uri="{FF2B5EF4-FFF2-40B4-BE49-F238E27FC236}">
                <a16:creationId xmlns:a16="http://schemas.microsoft.com/office/drawing/2014/main" id="{C7DFE993-B76E-B7E3-882A-190B55336E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9272" y="1090082"/>
            <a:ext cx="11413455" cy="521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9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athWorks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thWorks" id="{82C27CFC-63EA-448C-AE94-83AF97230EA0}" vid="{E91128D3-5B29-4EB2-9251-3330FE5AB1FB}"/>
    </a:ext>
  </a:extLst>
</a:theme>
</file>

<file path=ppt/theme/theme2.xml><?xml version="1.0" encoding="utf-8"?>
<a:theme xmlns:a="http://schemas.openxmlformats.org/drawingml/2006/main" name="MW_Confidential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confidential.potx" id="{9C3E3526-444E-4DB8-8973-12831110EE79}" vid="{2DB0E862-A40E-497D-BEAB-CD87D2D2E70D}"/>
    </a:ext>
  </a:extLst>
</a:theme>
</file>

<file path=ppt/theme/theme3.xml><?xml version="1.0" encoding="utf-8"?>
<a:theme xmlns:a="http://schemas.openxmlformats.org/drawingml/2006/main" name="1_MW_Public_widescreen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EF67AD0-93F4-41F9-AE06-6FA3D00B2880}" vid="{49371805-32BB-4BF7-ADCB-DF8BEEA6CDD5}"/>
    </a:ext>
  </a:extLst>
</a:theme>
</file>

<file path=ppt/theme/theme4.xml><?xml version="1.0" encoding="utf-8"?>
<a:theme xmlns:a="http://schemas.openxmlformats.org/drawingml/2006/main" name="2_MW_Public_widescreen">
  <a:themeElements>
    <a:clrScheme name="MathWorks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D992D7DD-CA2E-4A61-A4BF-B55048F9C1A5}" vid="{967B863E-8A48-40AC-B3D6-4F73CD95E1A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8" ma:contentTypeDescription="Create a new document." ma:contentTypeScope="" ma:versionID="adbefd7e7eeb0df3dfdb20732124785c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27281dc9215c492e93ee65ca02be2cc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DDC7305-7069-480F-B280-6D7887348D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469956-F35F-490B-A824-C9FE1167F0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9abf7-c116-4b83-8cff-9672c66dcb6b"/>
    <ds:schemaRef ds:uri="0ee7129e-4925-480d-949a-39847433c3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FC0F38-D40D-4145-86E3-21DA0F6CA840}">
  <ds:schemaRefs>
    <ds:schemaRef ds:uri="http://schemas.microsoft.com/office/2006/metadata/properties"/>
    <ds:schemaRef ds:uri="http://schemas.microsoft.com/office/infopath/2007/PartnerControls"/>
    <ds:schemaRef ds:uri="0ee7129e-4925-480d-949a-39847433c3b8"/>
    <ds:schemaRef ds:uri="acf9abf7-c116-4b83-8cff-9672c66dcb6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MathWorks</Template>
  <TotalTime>26</TotalTime>
  <Words>59</Words>
  <Application>Microsoft Office PowerPoint</Application>
  <PresentationFormat>Widescreen</PresentationFormat>
  <Paragraphs>12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Courier New</vt:lpstr>
      <vt:lpstr>Wingdings</vt:lpstr>
      <vt:lpstr>MathWorks</vt:lpstr>
      <vt:lpstr>MW_Confidential_widescreen</vt:lpstr>
      <vt:lpstr>1_MW_Public_widescreen</vt:lpstr>
      <vt:lpstr>2_MW_Public_widescreen</vt:lpstr>
      <vt:lpstr>Problem Statement</vt:lpstr>
      <vt:lpstr>To view the dataset and test code, Open in MATLAB Online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Grace Woolson</cp:lastModifiedBy>
  <cp:revision>5</cp:revision>
  <dcterms:created xsi:type="dcterms:W3CDTF">2024-02-23T14:14:13Z</dcterms:created>
  <dcterms:modified xsi:type="dcterms:W3CDTF">2026-06-26T19:56:29Z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