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1" r:id="rId5"/>
    <p:sldMasterId id="2147483684" r:id="rId6"/>
    <p:sldMasterId id="2147483693" r:id="rId7"/>
  </p:sldMasterIdLst>
  <p:sldIdLst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ping Wang" userId="83da8553-4e59-495a-98c0-bb9f3852a999" providerId="ADAL" clId="{6868C093-9C9B-48D6-9C85-A86D3404B71C}"/>
    <pc:docChg chg="custSel modSld">
      <pc:chgData name="Liping Wang" userId="83da8553-4e59-495a-98c0-bb9f3852a999" providerId="ADAL" clId="{6868C093-9C9B-48D6-9C85-A86D3404B71C}" dt="2025-07-07T08:19:50.138" v="20" actId="114"/>
      <pc:docMkLst>
        <pc:docMk/>
      </pc:docMkLst>
      <pc:sldChg chg="modSp mod">
        <pc:chgData name="Liping Wang" userId="83da8553-4e59-495a-98c0-bb9f3852a999" providerId="ADAL" clId="{6868C093-9C9B-48D6-9C85-A86D3404B71C}" dt="2025-07-07T08:19:50.138" v="20" actId="114"/>
        <pc:sldMkLst>
          <pc:docMk/>
          <pc:sldMk cId="2527129694" sldId="278"/>
        </pc:sldMkLst>
        <pc:spChg chg="mod">
          <ac:chgData name="Liping Wang" userId="83da8553-4e59-495a-98c0-bb9f3852a999" providerId="ADAL" clId="{6868C093-9C9B-48D6-9C85-A86D3404B71C}" dt="2025-07-07T08:18:49.893" v="9" actId="20577"/>
          <ac:spMkLst>
            <pc:docMk/>
            <pc:sldMk cId="2527129694" sldId="278"/>
            <ac:spMk id="2" creationId="{AAF151CB-CD87-4DBA-BFB4-F112E2DAE6DD}"/>
          </ac:spMkLst>
        </pc:spChg>
        <pc:spChg chg="mod">
          <ac:chgData name="Liping Wang" userId="83da8553-4e59-495a-98c0-bb9f3852a999" providerId="ADAL" clId="{6868C093-9C9B-48D6-9C85-A86D3404B71C}" dt="2025-07-07T08:19:50.138" v="20" actId="114"/>
          <ac:spMkLst>
            <pc:docMk/>
            <pc:sldMk cId="2527129694" sldId="278"/>
            <ac:spMk id="3" creationId="{94281756-9E6B-434F-8C7C-7B8585AD93C9}"/>
          </ac:spMkLst>
        </pc:spChg>
      </pc:sldChg>
    </pc:docChg>
  </pc:docChgLst>
  <pc:docChgLst>
    <pc:chgData name="Grace Woolson" userId="d66316ce-2f95-4434-a324-dd1cc6260d5c" providerId="ADAL" clId="{8BF59DF9-B4BF-484A-8923-145598199455}"/>
    <pc:docChg chg="addSld delSld modSld">
      <pc:chgData name="Grace Woolson" userId="d66316ce-2f95-4434-a324-dd1cc6260d5c" providerId="ADAL" clId="{8BF59DF9-B4BF-484A-8923-145598199455}" dt="2024-02-23T14:15:41.376" v="4" actId="47"/>
      <pc:docMkLst>
        <pc:docMk/>
      </pc:docMkLst>
      <pc:sldChg chg="modSp del">
        <pc:chgData name="Grace Woolson" userId="d66316ce-2f95-4434-a324-dd1cc6260d5c" providerId="ADAL" clId="{8BF59DF9-B4BF-484A-8923-145598199455}" dt="2024-02-23T14:15:41.376" v="4" actId="47"/>
        <pc:sldMkLst>
          <pc:docMk/>
          <pc:sldMk cId="109857222" sldId="256"/>
        </pc:sldMkLst>
      </pc:sldChg>
      <pc:sldChg chg="new del">
        <pc:chgData name="Grace Woolson" userId="d66316ce-2f95-4434-a324-dd1cc6260d5c" providerId="ADAL" clId="{8BF59DF9-B4BF-484A-8923-145598199455}" dt="2024-02-23T14:15:39.238" v="3" actId="47"/>
        <pc:sldMkLst>
          <pc:docMk/>
          <pc:sldMk cId="999246683" sldId="257"/>
        </pc:sldMkLst>
      </pc:sldChg>
      <pc:sldChg chg="add">
        <pc:chgData name="Grace Woolson" userId="d66316ce-2f95-4434-a324-dd1cc6260d5c" providerId="ADAL" clId="{8BF59DF9-B4BF-484A-8923-145598199455}" dt="2024-02-23T14:15:37.303" v="2"/>
        <pc:sldMkLst>
          <pc:docMk/>
          <pc:sldMk cId="2527129694" sldId="278"/>
        </pc:sldMkLst>
      </pc:sldChg>
    </pc:docChg>
  </pc:docChgLst>
  <pc:docChgLst>
    <pc:chgData name="Liping Wang" userId="83da8553-4e59-495a-98c0-bb9f3852a999" providerId="ADAL" clId="{F542377F-1814-4AEF-8B9D-66991F01564D}"/>
    <pc:docChg chg="undo custSel modSld">
      <pc:chgData name="Liping Wang" userId="83da8553-4e59-495a-98c0-bb9f3852a999" providerId="ADAL" clId="{F542377F-1814-4AEF-8B9D-66991F01564D}" dt="2025-04-07T08:28:03.103" v="699" actId="20577"/>
      <pc:docMkLst>
        <pc:docMk/>
      </pc:docMkLst>
      <pc:sldChg chg="addSp delSp modSp mod">
        <pc:chgData name="Liping Wang" userId="83da8553-4e59-495a-98c0-bb9f3852a999" providerId="ADAL" clId="{F542377F-1814-4AEF-8B9D-66991F01564D}" dt="2025-04-07T08:28:03.103" v="699" actId="20577"/>
        <pc:sldMkLst>
          <pc:docMk/>
          <pc:sldMk cId="2527129694" sldId="278"/>
        </pc:sldMkLst>
      </pc:sldChg>
    </pc:docChg>
  </pc:docChgLst>
  <pc:docChgLst>
    <pc:chgData name="Grace Woolson" userId="S::gracew@mathworks.com::d66316ce-2f95-4434-a324-dd1cc6260d5c" providerId="AD" clId="Web-{4E23ADD8-112E-BDC9-1C99-680F5CC9595D}"/>
    <pc:docChg chg="addSld delSld">
      <pc:chgData name="Grace Woolson" userId="S::gracew@mathworks.com::d66316ce-2f95-4434-a324-dd1cc6260d5c" providerId="AD" clId="Web-{4E23ADD8-112E-BDC9-1C99-680F5CC9595D}" dt="2024-02-23T14:14:53.596" v="1"/>
      <pc:docMkLst>
        <pc:docMk/>
      </pc:docMkLst>
      <pc:sldChg chg="add del">
        <pc:chgData name="Grace Woolson" userId="S::gracew@mathworks.com::d66316ce-2f95-4434-a324-dd1cc6260d5c" providerId="AD" clId="Web-{4E23ADD8-112E-BDC9-1C99-680F5CC9595D}" dt="2024-02-23T14:14:53.596" v="1"/>
        <pc:sldMkLst>
          <pc:docMk/>
          <pc:sldMk cId="2527129694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01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054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335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4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1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56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068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1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027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me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1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09_MW_logo_CMYK_REV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1934EA-3018-4E4E-88AB-B4AB34B1132C}"/>
              </a:ext>
            </a:extLst>
          </p:cNvPr>
          <p:cNvSpPr txBox="1"/>
          <p:nvPr/>
        </p:nvSpPr>
        <p:spPr>
          <a:xfrm>
            <a:off x="-4067" y="645541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53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7" b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6"/>
            </a:lvl1pPr>
            <a:lvl2pPr>
              <a:lnSpc>
                <a:spcPct val="105000"/>
              </a:lnSpc>
              <a:defRPr sz="2005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AE702-0BC0-4D9C-9D7B-246498982AF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584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2F1FA-CD8A-4C15-B2D0-165B0656FA1A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827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77A8A-CB0B-48D9-A9F8-67203F3E6F1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566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5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5" b="1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A3ED-9BB8-4BC4-89A0-345D3069F276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8" b="1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C625B-7287-4D27-A79F-16B4F63106CC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9407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D92B-1804-48D9-B4BC-2619AF33FC18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647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Edit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6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6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7" b="1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7AF5D-57ED-45FC-A9BE-7B2E29D508F7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7715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371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8944-A317-4EAB-8E42-62FFFC88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504E557F-B6E8-4F54-9753-C9753B65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93785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6488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534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03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66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414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4645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Key Takeaways</a:t>
            </a:r>
          </a:p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err="1"/>
              <a:t>PdM</a:t>
            </a:r>
            <a:r>
              <a:rPr lang="en-US" sz="2800" b="0"/>
              <a:t> Market Update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Playing Field Looks Like Now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Competition Has Been Up To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We’ve Been Up To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Strategy Overview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Feedback</a:t>
            </a:r>
            <a:endParaRPr lang="en-US" sz="3600" b="0"/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b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Predictive Maintenance Toolbox LTS Agenda</a:t>
            </a:r>
          </a:p>
        </p:txBody>
      </p:sp>
    </p:spTree>
    <p:extLst>
      <p:ext uri="{BB962C8B-B14F-4D97-AF65-F5344CB8AC3E}">
        <p14:creationId xmlns:p14="http://schemas.microsoft.com/office/powerpoint/2010/main" val="34748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1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2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sp>
        <p:nvSpPr>
          <p:cNvPr id="10" name="Confidential"/>
          <p:cNvSpPr txBox="1"/>
          <p:nvPr/>
        </p:nvSpPr>
        <p:spPr>
          <a:xfrm>
            <a:off x="8809221" y="6538212"/>
            <a:ext cx="294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3" b="0" spc="12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  <a:r>
              <a:rPr lang="en-US" sz="1203" b="0" spc="10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|</a:t>
            </a: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79339" y="23673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2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6686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7" indent="-343757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7" indent="-286464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8" indent="-229172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201" indent="-229172" algn="l" defTabSz="916686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44" indent="-229172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87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30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73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916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3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6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9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72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58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401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44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Picture 11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1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D551A7-51AD-48F4-A163-B9E0A087EF2B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08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7" b="1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6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6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1CB-CD87-4DBA-BFB4-F112E2DA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Welcome to ”Signal Decryption C</a:t>
            </a:r>
            <a:r>
              <a:rPr lang="en-US" altLang="zh-CN" sz="4000" dirty="0"/>
              <a:t>hallenge</a:t>
            </a:r>
            <a:r>
              <a:rPr lang="en-US" sz="4000" dirty="0"/>
              <a:t>”! </a:t>
            </a:r>
            <a:br>
              <a:rPr lang="en-US" sz="2000" b="1" dirty="0"/>
            </a:br>
            <a:br>
              <a:rPr lang="en-US" sz="2000" b="1" i="0" dirty="0">
                <a:effectLst/>
              </a:rPr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1756-9E6B-434F-8C7C-7B8585AD9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Embark on an exciting journey as a signal detective, unveiling the mysteries within audio signals!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Your mission is to utilize signal processing techniques from spectrograms to filters to decode ciphers and reveal hidden information.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Challenge yourself and explore the fascinating world of signals!</a:t>
            </a:r>
          </a:p>
          <a:p>
            <a:pPr marL="343535" indent="-343535"/>
            <a:endParaRPr lang="en-US" dirty="0"/>
          </a:p>
          <a:p>
            <a:pPr marL="343535" indent="-343535"/>
            <a:endParaRPr lang="en-US" dirty="0"/>
          </a:p>
        </p:txBody>
      </p:sp>
      <p:pic>
        <p:nvPicPr>
          <p:cNvPr id="11" name="Picture 10" descr="A magnifying glass over a digital image&#10;&#10;AI-generated content may be incorrect.">
            <a:extLst>
              <a:ext uri="{FF2B5EF4-FFF2-40B4-BE49-F238E27FC236}">
                <a16:creationId xmlns:a16="http://schemas.microsoft.com/office/drawing/2014/main" id="{8C790033-38DA-D2CF-FD53-E4E7DA62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81" r="10736" b="1"/>
          <a:stretch/>
        </p:blipFill>
        <p:spPr>
          <a:xfrm>
            <a:off x="6197602" y="1600200"/>
            <a:ext cx="5181600" cy="4648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7129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athWorks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thWorks" id="{82C27CFC-63EA-448C-AE94-83AF97230EA0}" vid="{E91128D3-5B29-4EB2-9251-3330FE5AB1FB}"/>
    </a:ext>
  </a:extLst>
</a:theme>
</file>

<file path=ppt/theme/theme2.xml><?xml version="1.0" encoding="utf-8"?>
<a:theme xmlns:a="http://schemas.openxmlformats.org/drawingml/2006/main" name="MW_Confidential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confidential.potx" id="{9C3E3526-444E-4DB8-8973-12831110EE79}" vid="{2DB0E862-A40E-497D-BEAB-CD87D2D2E70D}"/>
    </a:ext>
  </a:extLst>
</a:theme>
</file>

<file path=ppt/theme/theme3.xml><?xml version="1.0" encoding="utf-8"?>
<a:theme xmlns:a="http://schemas.openxmlformats.org/drawingml/2006/main" name="1_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EF67AD0-93F4-41F9-AE06-6FA3D00B2880}" vid="{49371805-32BB-4BF7-ADCB-DF8BEEA6CDD5}"/>
    </a:ext>
  </a:extLst>
</a:theme>
</file>

<file path=ppt/theme/theme4.xml><?xml version="1.0" encoding="utf-8"?>
<a:theme xmlns:a="http://schemas.openxmlformats.org/drawingml/2006/main" name="2_MW_Public_widescreen">
  <a:themeElements>
    <a:clrScheme name="MathWorks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D992D7DD-CA2E-4A61-A4BF-B55048F9C1A5}" vid="{967B863E-8A48-40AC-B3D6-4F73CD95E1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8" ma:contentTypeDescription="Create a new document." ma:contentTypeScope="" ma:versionID="adbefd7e7eeb0df3dfdb20732124785c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27281dc9215c492e93ee65ca02be2cc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DC7305-7069-480F-B280-6D7887348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F24A0C-28DF-4773-957D-8EBBFB49681D}"/>
</file>

<file path=customXml/itemProps3.xml><?xml version="1.0" encoding="utf-8"?>
<ds:datastoreItem xmlns:ds="http://schemas.openxmlformats.org/officeDocument/2006/customXml" ds:itemID="{C9FC0F38-D40D-4145-86E3-21DA0F6CA840}">
  <ds:schemaRefs>
    <ds:schemaRef ds:uri="http://schemas.microsoft.com/office/2006/metadata/properties"/>
    <ds:schemaRef ds:uri="http://schemas.microsoft.com/office/infopath/2007/PartnerControls"/>
    <ds:schemaRef ds:uri="0ee7129e-4925-480d-949a-39847433c3b8"/>
    <ds:schemaRef ds:uri="acf9abf7-c116-4b83-8cff-9672c66dcb6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</Template>
  <TotalTime>240</TotalTime>
  <Words>56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Courier New</vt:lpstr>
      <vt:lpstr>Wingdings</vt:lpstr>
      <vt:lpstr>MathWorks</vt:lpstr>
      <vt:lpstr>MW_Confidential_widescreen</vt:lpstr>
      <vt:lpstr>1_MW_Public_widescreen</vt:lpstr>
      <vt:lpstr>2_MW_Public_widescreen</vt:lpstr>
      <vt:lpstr>Welcome to ”Signal Decryption Challenge”!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Liping Wang</cp:lastModifiedBy>
  <cp:revision>3</cp:revision>
  <dcterms:created xsi:type="dcterms:W3CDTF">2024-02-23T14:14:13Z</dcterms:created>
  <dcterms:modified xsi:type="dcterms:W3CDTF">2025-07-07T08:19:55Z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