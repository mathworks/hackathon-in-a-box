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3.xml" ContentType="application/vnd.openxmlformats-officedocument.theme+xml"/>
  <Override PartName="/ppt/tags/tag1.xml" ContentType="application/vnd.openxmlformats-officedocument.presentationml.tags+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4.xml" ContentType="application/vnd.openxmlformats-officedocument.them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4"/>
    <p:sldMasterId id="2147483681" r:id="rId5"/>
    <p:sldMasterId id="2147483684" r:id="rId6"/>
    <p:sldMasterId id="2147483693" r:id="rId7"/>
  </p:sldMasterIdLst>
  <p:sldIdLst>
    <p:sldId id="278" r:id="rId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E23ADD8-112E-BDC9-1C99-680F5CC9595D}" v="2" dt="2024-02-23T14:14:53.596"/>
    <p1510:client id="{8BF59DF9-B4BF-484A-8923-145598199455}" v="2" dt="2024-02-23T14:15:37.30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9972" autoAdjust="0"/>
    <p:restoredTop sz="94660"/>
  </p:normalViewPr>
  <p:slideViewPr>
    <p:cSldViewPr snapToGrid="0">
      <p:cViewPr varScale="1">
        <p:scale>
          <a:sx n="77" d="100"/>
          <a:sy n="77" d="100"/>
        </p:scale>
        <p:origin x="72" y="19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1.xml"/><Relationship Id="rId13" Type="http://schemas.microsoft.com/office/2015/10/relationships/revisionInfo" Target="revisionInfo.xml"/><Relationship Id="rId3" Type="http://schemas.openxmlformats.org/officeDocument/2006/relationships/customXml" Target="../customXml/item3.xml"/><Relationship Id="rId7" Type="http://schemas.openxmlformats.org/officeDocument/2006/relationships/slideMaster" Target="slideMasters/slideMaster4.xml"/><Relationship Id="rId12" Type="http://schemas.openxmlformats.org/officeDocument/2006/relationships/tableStyles" Target="tableStyles.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theme" Target="theme/theme1.xml"/><Relationship Id="rId5" Type="http://schemas.openxmlformats.org/officeDocument/2006/relationships/slideMaster" Target="slideMasters/slideMaster2.xml"/><Relationship Id="rId10"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slideMaster" Target="../slideMasters/slideMaster3.xml"/><Relationship Id="rId1" Type="http://schemas.openxmlformats.org/officeDocument/2006/relationships/tags" Target="../tags/tag1.xml"/><Relationship Id="rId4" Type="http://schemas.openxmlformats.org/officeDocument/2006/relationships/image" Target="../media/image3.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4.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Slide">
    <p:spTree>
      <p:nvGrpSpPr>
        <p:cNvPr id="1" name=""/>
        <p:cNvGrpSpPr/>
        <p:nvPr/>
      </p:nvGrpSpPr>
      <p:grpSpPr>
        <a:xfrm>
          <a:off x="0" y="0"/>
          <a:ext cx="0" cy="0"/>
          <a:chOff x="0" y="0"/>
          <a:chExt cx="0" cy="0"/>
        </a:xfrm>
      </p:grpSpPr>
      <p:pic>
        <p:nvPicPr>
          <p:cNvPr id="8" name="Background" descr="bluemesh.jpg"/>
          <p:cNvPicPr>
            <a:picLocks noChangeAspect="1"/>
          </p:cNvPicPr>
          <p:nvPr/>
        </p:nvPicPr>
        <p:blipFill>
          <a:blip r:embed="rId2" cstate="print"/>
          <a:stretch>
            <a:fillRect/>
          </a:stretch>
        </p:blipFill>
        <p:spPr>
          <a:xfrm>
            <a:off x="-4067" y="1287"/>
            <a:ext cx="12209092" cy="6856713"/>
          </a:xfrm>
          <a:prstGeom prst="rect">
            <a:avLst/>
          </a:prstGeom>
        </p:spPr>
      </p:pic>
      <p:sp>
        <p:nvSpPr>
          <p:cNvPr id="21" name="Title"/>
          <p:cNvSpPr>
            <a:spLocks noGrp="1"/>
          </p:cNvSpPr>
          <p:nvPr>
            <p:ph type="ctrTitle"/>
          </p:nvPr>
        </p:nvSpPr>
        <p:spPr>
          <a:xfrm>
            <a:off x="914400" y="914400"/>
            <a:ext cx="10363200" cy="1828800"/>
          </a:xfrm>
        </p:spPr>
        <p:txBody>
          <a:bodyPr/>
          <a:lstStyle>
            <a:lvl1pPr algn="l">
              <a:defRPr sz="3200">
                <a:solidFill>
                  <a:schemeClr val="tx2"/>
                </a:solidFill>
              </a:defRPr>
            </a:lvl1pPr>
          </a:lstStyle>
          <a:p>
            <a:r>
              <a:rPr lang="en-US"/>
              <a:t>Click to edit Master title style</a:t>
            </a:r>
          </a:p>
        </p:txBody>
      </p:sp>
      <p:sp>
        <p:nvSpPr>
          <p:cNvPr id="22" name="Subtitle"/>
          <p:cNvSpPr>
            <a:spLocks noGrp="1"/>
          </p:cNvSpPr>
          <p:nvPr>
            <p:ph type="subTitle" idx="1"/>
          </p:nvPr>
        </p:nvSpPr>
        <p:spPr>
          <a:xfrm>
            <a:off x="914400" y="3203579"/>
            <a:ext cx="10363200" cy="987425"/>
          </a:xfrm>
        </p:spPr>
        <p:txBody>
          <a:bodyPr>
            <a:normAutofit/>
          </a:bodyPr>
          <a:lstStyle>
            <a:lvl1pPr marL="0" indent="0" algn="l">
              <a:buNone/>
              <a:defRPr sz="1604" b="0">
                <a:solidFill>
                  <a:schemeClr val="tx1"/>
                </a:solidFill>
              </a:defRPr>
            </a:lvl1pPr>
            <a:lvl2pPr marL="458340" indent="0" algn="ctr">
              <a:buNone/>
              <a:defRPr>
                <a:solidFill>
                  <a:schemeClr val="tx1">
                    <a:tint val="75000"/>
                  </a:schemeClr>
                </a:solidFill>
              </a:defRPr>
            </a:lvl2pPr>
            <a:lvl3pPr marL="916680" indent="0" algn="ctr">
              <a:buNone/>
              <a:defRPr>
                <a:solidFill>
                  <a:schemeClr val="tx1">
                    <a:tint val="75000"/>
                  </a:schemeClr>
                </a:solidFill>
              </a:defRPr>
            </a:lvl3pPr>
            <a:lvl4pPr marL="1375020" indent="0" algn="ctr">
              <a:buNone/>
              <a:defRPr>
                <a:solidFill>
                  <a:schemeClr val="tx1">
                    <a:tint val="75000"/>
                  </a:schemeClr>
                </a:solidFill>
              </a:defRPr>
            </a:lvl4pPr>
            <a:lvl5pPr marL="1833361" indent="0" algn="ctr">
              <a:buNone/>
              <a:defRPr>
                <a:solidFill>
                  <a:schemeClr val="tx1">
                    <a:tint val="75000"/>
                  </a:schemeClr>
                </a:solidFill>
              </a:defRPr>
            </a:lvl5pPr>
            <a:lvl6pPr marL="2291701" indent="0" algn="ctr">
              <a:buNone/>
              <a:defRPr>
                <a:solidFill>
                  <a:schemeClr val="tx1">
                    <a:tint val="75000"/>
                  </a:schemeClr>
                </a:solidFill>
              </a:defRPr>
            </a:lvl6pPr>
            <a:lvl7pPr marL="2750041" indent="0" algn="ctr">
              <a:buNone/>
              <a:defRPr>
                <a:solidFill>
                  <a:schemeClr val="tx1">
                    <a:tint val="75000"/>
                  </a:schemeClr>
                </a:solidFill>
              </a:defRPr>
            </a:lvl7pPr>
            <a:lvl8pPr marL="3208381" indent="0" algn="ctr">
              <a:buNone/>
              <a:defRPr>
                <a:solidFill>
                  <a:schemeClr val="tx1">
                    <a:tint val="75000"/>
                  </a:schemeClr>
                </a:solidFill>
              </a:defRPr>
            </a:lvl8pPr>
            <a:lvl9pPr marL="3666721" indent="0" algn="ctr">
              <a:buNone/>
              <a:defRPr>
                <a:solidFill>
                  <a:schemeClr val="tx1">
                    <a:tint val="75000"/>
                  </a:schemeClr>
                </a:solidFill>
              </a:defRPr>
            </a:lvl9pPr>
          </a:lstStyle>
          <a:p>
            <a:r>
              <a:rPr lang="en-US"/>
              <a:t>Click to edit Master subtitle style</a:t>
            </a:r>
          </a:p>
        </p:txBody>
      </p:sp>
      <p:sp>
        <p:nvSpPr>
          <p:cNvPr id="23" name="Copyright"/>
          <p:cNvSpPr txBox="1"/>
          <p:nvPr/>
        </p:nvSpPr>
        <p:spPr>
          <a:xfrm>
            <a:off x="10227052" y="6527632"/>
            <a:ext cx="2438400" cy="246221"/>
          </a:xfrm>
          <a:prstGeom prst="rect">
            <a:avLst/>
          </a:prstGeom>
          <a:noFill/>
        </p:spPr>
        <p:txBody>
          <a:bodyPr wrap="square" rtlCol="0">
            <a:spAutoFit/>
          </a:bodyPr>
          <a:lstStyle/>
          <a:p>
            <a:r>
              <a:rPr lang="en-US" sz="1003">
                <a:solidFill>
                  <a:schemeClr val="bg1"/>
                </a:solidFill>
                <a:latin typeface="Arial" pitchFamily="34" charset="0"/>
                <a:cs typeface="Arial" pitchFamily="34" charset="0"/>
              </a:rPr>
              <a:t>© 2019 The MathWorks, Inc.</a:t>
            </a:r>
          </a:p>
        </p:txBody>
      </p:sp>
      <p:cxnSp>
        <p:nvCxnSpPr>
          <p:cNvPr id="26" name="GrayLine"/>
          <p:cNvCxnSpPr/>
          <p:nvPr/>
        </p:nvCxnSpPr>
        <p:spPr>
          <a:xfrm>
            <a:off x="-4067" y="4376652"/>
            <a:ext cx="12209092" cy="0"/>
          </a:xfrm>
          <a:prstGeom prst="line">
            <a:avLst/>
          </a:prstGeom>
          <a:ln w="57150">
            <a:solidFill>
              <a:schemeClr val="bg1">
                <a:lumMod val="65000"/>
              </a:schemeClr>
            </a:solidFill>
          </a:ln>
        </p:spPr>
        <p:style>
          <a:lnRef idx="1">
            <a:schemeClr val="dk1"/>
          </a:lnRef>
          <a:fillRef idx="0">
            <a:schemeClr val="dk1"/>
          </a:fillRef>
          <a:effectRef idx="0">
            <a:schemeClr val="dk1"/>
          </a:effectRef>
          <a:fontRef idx="minor">
            <a:schemeClr val="tx1"/>
          </a:fontRef>
        </p:style>
      </p:cxnSp>
      <p:pic>
        <p:nvPicPr>
          <p:cNvPr id="9" name="Logo" descr="09_MW_logo_CMYK_REV.png"/>
          <p:cNvPicPr>
            <a:picLocks noChangeAspect="1"/>
          </p:cNvPicPr>
          <p:nvPr/>
        </p:nvPicPr>
        <p:blipFill>
          <a:blip r:embed="rId3" cstate="print"/>
          <a:stretch>
            <a:fillRect/>
          </a:stretch>
        </p:blipFill>
        <p:spPr>
          <a:xfrm>
            <a:off x="10330730" y="141139"/>
            <a:ext cx="1620665" cy="320591"/>
          </a:xfrm>
          <a:prstGeom prst="rect">
            <a:avLst/>
          </a:prstGeom>
          <a:noFill/>
          <a:ln>
            <a:noFill/>
          </a:ln>
        </p:spPr>
      </p:pic>
    </p:spTree>
    <p:extLst>
      <p:ext uri="{BB962C8B-B14F-4D97-AF65-F5344CB8AC3E}">
        <p14:creationId xmlns:p14="http://schemas.microsoft.com/office/powerpoint/2010/main" val="313701947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p:cNvSpPr>
            <a:spLocks noGrp="1"/>
          </p:cNvSpPr>
          <p:nvPr>
            <p:ph type="title"/>
          </p:nvPr>
        </p:nvSpPr>
        <p:spPr>
          <a:xfrm>
            <a:off x="609602" y="457200"/>
            <a:ext cx="10769600" cy="990600"/>
          </a:xfrm>
        </p:spPr>
        <p:txBody>
          <a:bodyPr/>
          <a:lstStyle>
            <a:lvl1pPr>
              <a:defRPr sz="2800" baseline="0">
                <a:solidFill>
                  <a:schemeClr val="tx2"/>
                </a:solidFill>
              </a:defRPr>
            </a:lvl1pPr>
          </a:lstStyle>
          <a:p>
            <a:r>
              <a:rPr lang="en-US"/>
              <a:t>Click to edit Master title style</a:t>
            </a:r>
          </a:p>
        </p:txBody>
      </p:sp>
      <p:sp>
        <p:nvSpPr>
          <p:cNvPr id="3" name="Content"/>
          <p:cNvSpPr>
            <a:spLocks noGrp="1"/>
          </p:cNvSpPr>
          <p:nvPr>
            <p:ph idx="1"/>
          </p:nvPr>
        </p:nvSpPr>
        <p:spPr>
          <a:xfrm>
            <a:off x="609602" y="1600200"/>
            <a:ext cx="10769600" cy="4648200"/>
          </a:xfrm>
        </p:spPr>
        <p:txBody>
          <a:bodyPr/>
          <a:lstStyle>
            <a:lvl1pPr>
              <a:buSzPct val="75000"/>
              <a:defRPr sz="2400"/>
            </a:lvl1pPr>
            <a:lvl2pPr>
              <a:lnSpc>
                <a:spcPct val="105000"/>
              </a:lnSpc>
              <a:defRPr sz="2000"/>
            </a:lvl2pPr>
            <a:lvl3pPr>
              <a:lnSpc>
                <a:spcPct val="105000"/>
              </a:lnSpc>
              <a:buSzPct val="75000"/>
              <a:defRPr sz="1604"/>
            </a:lvl3pPr>
            <a:lvl4pPr>
              <a:lnSpc>
                <a:spcPct val="105000"/>
              </a:lnSpc>
              <a:defRPr/>
            </a:lvl4pPr>
            <a:lvl5pPr>
              <a:lnSpc>
                <a:spcPct val="105000"/>
              </a:lnSpc>
              <a:defRPr/>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78054229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2" name="Title"/>
          <p:cNvSpPr>
            <a:spLocks noGrp="1"/>
          </p:cNvSpPr>
          <p:nvPr>
            <p:ph type="title"/>
          </p:nvPr>
        </p:nvSpPr>
        <p:spPr>
          <a:xfrm>
            <a:off x="609602" y="457200"/>
            <a:ext cx="10769600" cy="990600"/>
          </a:xfrm>
        </p:spPr>
        <p:txBody>
          <a:bodyPr/>
          <a:lstStyle/>
          <a:p>
            <a:r>
              <a:rPr lang="en-US"/>
              <a:t>Click to edit Master title style</a:t>
            </a:r>
          </a:p>
        </p:txBody>
      </p:sp>
    </p:spTree>
    <p:extLst>
      <p:ext uri="{BB962C8B-B14F-4D97-AF65-F5344CB8AC3E}">
        <p14:creationId xmlns:p14="http://schemas.microsoft.com/office/powerpoint/2010/main" val="128335094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14204137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Feature">
    <p:spTree>
      <p:nvGrpSpPr>
        <p:cNvPr id="1" name=""/>
        <p:cNvGrpSpPr/>
        <p:nvPr/>
      </p:nvGrpSpPr>
      <p:grpSpPr>
        <a:xfrm>
          <a:off x="0" y="0"/>
          <a:ext cx="0" cy="0"/>
          <a:chOff x="0" y="0"/>
          <a:chExt cx="0" cy="0"/>
        </a:xfrm>
      </p:grpSpPr>
      <p:sp>
        <p:nvSpPr>
          <p:cNvPr id="10" name="Title"/>
          <p:cNvSpPr>
            <a:spLocks noGrp="1"/>
          </p:cNvSpPr>
          <p:nvPr>
            <p:ph type="title"/>
          </p:nvPr>
        </p:nvSpPr>
        <p:spPr>
          <a:xfrm>
            <a:off x="609600" y="457200"/>
            <a:ext cx="9448800" cy="990600"/>
          </a:xfrm>
        </p:spPr>
        <p:txBody>
          <a:bodyPr anchor="t" anchorCtr="0"/>
          <a:lstStyle>
            <a:lvl1pPr algn="l">
              <a:defRPr sz="2800" b="0" i="0">
                <a:solidFill>
                  <a:schemeClr val="tx2"/>
                </a:solidFill>
              </a:defRPr>
            </a:lvl1pPr>
          </a:lstStyle>
          <a:p>
            <a:r>
              <a:rPr lang="en-US"/>
              <a:t>Click to edit Master title style</a:t>
            </a:r>
          </a:p>
        </p:txBody>
      </p:sp>
      <p:sp>
        <p:nvSpPr>
          <p:cNvPr id="11" name="Content"/>
          <p:cNvSpPr>
            <a:spLocks noGrp="1"/>
          </p:cNvSpPr>
          <p:nvPr>
            <p:ph sz="half" idx="10" hasCustomPrompt="1"/>
          </p:nvPr>
        </p:nvSpPr>
        <p:spPr>
          <a:xfrm>
            <a:off x="609601" y="2819400"/>
            <a:ext cx="5080001" cy="3200400"/>
          </a:xfrm>
        </p:spPr>
        <p:txBody>
          <a:bodyPr/>
          <a:lstStyle>
            <a:lvl1pPr>
              <a:buClr>
                <a:srgbClr val="125687"/>
              </a:buClr>
              <a:buSzTx/>
              <a:defRPr sz="1800" baseline="0"/>
            </a:lvl1pPr>
            <a:lvl2pPr>
              <a:defRPr sz="1604"/>
            </a:lvl2pPr>
            <a:lvl3pPr>
              <a:buNone/>
              <a:defRPr sz="1604"/>
            </a:lvl3pPr>
            <a:lvl4pPr>
              <a:defRPr sz="1805"/>
            </a:lvl4pPr>
            <a:lvl5pPr>
              <a:defRPr sz="1805"/>
            </a:lvl5pPr>
            <a:lvl6pPr>
              <a:defRPr sz="1805"/>
            </a:lvl6pPr>
            <a:lvl7pPr>
              <a:defRPr sz="1805"/>
            </a:lvl7pPr>
            <a:lvl8pPr>
              <a:defRPr sz="1805"/>
            </a:lvl8pPr>
            <a:lvl9pPr>
              <a:defRPr sz="1805"/>
            </a:lvl9pPr>
          </a:lstStyle>
          <a:p>
            <a:pPr lvl="0">
              <a:buClr>
                <a:srgbClr val="125687"/>
              </a:buClr>
              <a:buSzTx/>
            </a:pPr>
            <a:r>
              <a:rPr lang="en-US"/>
              <a:t>Click to add b</a:t>
            </a:r>
            <a:r>
              <a:rPr lang="en-US" sz="1805">
                <a:solidFill>
                  <a:prstClr val="black"/>
                </a:solidFill>
              </a:rPr>
              <a:t>rief summary and benefits of feature (ideally three bullets)</a:t>
            </a:r>
          </a:p>
          <a:p>
            <a:pPr lvl="1"/>
            <a:r>
              <a:rPr lang="en-US"/>
              <a:t>Second level</a:t>
            </a:r>
          </a:p>
        </p:txBody>
      </p:sp>
      <p:sp>
        <p:nvSpPr>
          <p:cNvPr id="13" name="Headline"/>
          <p:cNvSpPr>
            <a:spLocks noGrp="1"/>
          </p:cNvSpPr>
          <p:nvPr>
            <p:ph type="body" sz="quarter" idx="11" hasCustomPrompt="1"/>
          </p:nvPr>
        </p:nvSpPr>
        <p:spPr>
          <a:xfrm>
            <a:off x="609601" y="1600200"/>
            <a:ext cx="5080001" cy="838200"/>
          </a:xfrm>
        </p:spPr>
        <p:txBody>
          <a:bodyPr anchor="t"/>
          <a:lstStyle>
            <a:lvl1pPr marL="0" indent="0" algn="l">
              <a:buNone/>
              <a:defRPr sz="2000" b="0" i="0" baseline="0"/>
            </a:lvl1pPr>
          </a:lstStyle>
          <a:p>
            <a:pPr lvl="0"/>
            <a:r>
              <a:rPr lang="en-US"/>
              <a:t>Click to add headline</a:t>
            </a:r>
            <a:r>
              <a:rPr lang="en-US" sz="2005" b="1">
                <a:solidFill>
                  <a:prstClr val="black"/>
                </a:solidFill>
              </a:rPr>
              <a:t> providing value of feature</a:t>
            </a:r>
            <a:endParaRPr lang="en-US"/>
          </a:p>
        </p:txBody>
      </p:sp>
      <p:sp>
        <p:nvSpPr>
          <p:cNvPr id="14" name="ProductName"/>
          <p:cNvSpPr>
            <a:spLocks noGrp="1"/>
          </p:cNvSpPr>
          <p:nvPr>
            <p:ph type="body" sz="half" idx="12" hasCustomPrompt="1"/>
          </p:nvPr>
        </p:nvSpPr>
        <p:spPr>
          <a:xfrm>
            <a:off x="609602" y="6172200"/>
            <a:ext cx="5473700" cy="533400"/>
          </a:xfrm>
        </p:spPr>
        <p:txBody>
          <a:bodyPr anchor="b" anchorCtr="0"/>
          <a:lstStyle>
            <a:lvl1pPr marL="230761" indent="-229170">
              <a:buClrTx/>
              <a:buSzPct val="125000"/>
              <a:buFont typeface="Courier New" pitchFamily="49" charset="0"/>
              <a:buChar char="»"/>
              <a:defRPr sz="1604" b="0">
                <a:latin typeface="Courier New" pitchFamily="49" charset="0"/>
                <a:cs typeface="Courier New" pitchFamily="49" charset="0"/>
              </a:defRPr>
            </a:lvl1pPr>
          </a:lstStyle>
          <a:p>
            <a:pPr lvl="0"/>
            <a:r>
              <a:rPr lang="en-US"/>
              <a:t>Click to add </a:t>
            </a:r>
            <a:r>
              <a:rPr lang="en-US" sz="1604" err="1">
                <a:latin typeface="Courier New" pitchFamily="49" charset="0"/>
                <a:cs typeface="Courier New" pitchFamily="49" charset="0"/>
              </a:rPr>
              <a:t>product_example_name</a:t>
            </a:r>
            <a:r>
              <a:rPr lang="en-US" sz="1604">
                <a:latin typeface="Courier New" pitchFamily="49" charset="0"/>
                <a:cs typeface="Courier New" pitchFamily="49" charset="0"/>
              </a:rPr>
              <a:t>.</a:t>
            </a:r>
            <a:endParaRPr lang="en-US"/>
          </a:p>
        </p:txBody>
      </p:sp>
    </p:spTree>
    <p:extLst>
      <p:ext uri="{BB962C8B-B14F-4D97-AF65-F5344CB8AC3E}">
        <p14:creationId xmlns:p14="http://schemas.microsoft.com/office/powerpoint/2010/main" val="301390195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ection Header">
    <p:spTree>
      <p:nvGrpSpPr>
        <p:cNvPr id="1" name=""/>
        <p:cNvGrpSpPr/>
        <p:nvPr/>
      </p:nvGrpSpPr>
      <p:grpSpPr>
        <a:xfrm>
          <a:off x="0" y="0"/>
          <a:ext cx="0" cy="0"/>
          <a:chOff x="0" y="0"/>
          <a:chExt cx="0" cy="0"/>
        </a:xfrm>
      </p:grpSpPr>
      <p:sp>
        <p:nvSpPr>
          <p:cNvPr id="2" name="Title"/>
          <p:cNvSpPr>
            <a:spLocks noGrp="1"/>
          </p:cNvSpPr>
          <p:nvPr>
            <p:ph type="title" hasCustomPrompt="1"/>
          </p:nvPr>
        </p:nvSpPr>
        <p:spPr>
          <a:xfrm>
            <a:off x="963084" y="1914529"/>
            <a:ext cx="10363200" cy="1362075"/>
          </a:xfrm>
        </p:spPr>
        <p:txBody>
          <a:bodyPr anchor="t"/>
          <a:lstStyle>
            <a:lvl1pPr algn="ctr">
              <a:defRPr sz="3200" b="0" cap="none">
                <a:solidFill>
                  <a:schemeClr val="tx2"/>
                </a:solidFill>
              </a:defRPr>
            </a:lvl1pPr>
          </a:lstStyle>
          <a:p>
            <a:r>
              <a:rPr lang="en-US"/>
              <a:t>Click to edit Section Header Title style</a:t>
            </a:r>
          </a:p>
        </p:txBody>
      </p:sp>
    </p:spTree>
    <p:extLst>
      <p:ext uri="{BB962C8B-B14F-4D97-AF65-F5344CB8AC3E}">
        <p14:creationId xmlns:p14="http://schemas.microsoft.com/office/powerpoint/2010/main" val="348215939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p:cNvSpPr>
            <a:spLocks noGrp="1"/>
          </p:cNvSpPr>
          <p:nvPr>
            <p:ph type="title"/>
          </p:nvPr>
        </p:nvSpPr>
        <p:spPr>
          <a:xfrm>
            <a:off x="609602" y="457200"/>
            <a:ext cx="10769600" cy="990600"/>
          </a:xfrm>
        </p:spPr>
        <p:txBody>
          <a:bodyPr/>
          <a:lstStyle>
            <a:lvl1pPr>
              <a:defRPr>
                <a:solidFill>
                  <a:schemeClr val="tx2"/>
                </a:solidFill>
              </a:defRPr>
            </a:lvl1pPr>
          </a:lstStyle>
          <a:p>
            <a:r>
              <a:rPr lang="en-US"/>
              <a:t>Click to edit Master title style</a:t>
            </a:r>
          </a:p>
        </p:txBody>
      </p:sp>
      <p:sp>
        <p:nvSpPr>
          <p:cNvPr id="3" name="LeftContent"/>
          <p:cNvSpPr>
            <a:spLocks noGrp="1"/>
          </p:cNvSpPr>
          <p:nvPr>
            <p:ph sz="half" idx="1"/>
          </p:nvPr>
        </p:nvSpPr>
        <p:spPr>
          <a:xfrm>
            <a:off x="609602" y="1600200"/>
            <a:ext cx="5181600" cy="4648199"/>
          </a:xfrm>
        </p:spPr>
        <p:txBody>
          <a:bodyPr/>
          <a:lstStyle>
            <a:lvl1pPr>
              <a:defRPr sz="2400"/>
            </a:lvl1pPr>
            <a:lvl2pPr>
              <a:defRPr sz="2000"/>
            </a:lvl2pPr>
            <a:lvl3pPr>
              <a:defRPr sz="1604"/>
            </a:lvl3pPr>
            <a:lvl4pPr>
              <a:defRPr sz="1805"/>
            </a:lvl4pPr>
            <a:lvl5pPr>
              <a:defRPr sz="1805"/>
            </a:lvl5pPr>
            <a:lvl6pPr>
              <a:defRPr sz="1805"/>
            </a:lvl6pPr>
            <a:lvl7pPr>
              <a:defRPr sz="1805"/>
            </a:lvl7pPr>
            <a:lvl8pPr>
              <a:defRPr sz="1805"/>
            </a:lvl8pPr>
            <a:lvl9pPr>
              <a:defRPr sz="1805"/>
            </a:lvl9pPr>
          </a:lstStyle>
          <a:p>
            <a:pPr lvl="0"/>
            <a:r>
              <a:rPr lang="en-US"/>
              <a:t>Click to edit Master text styles</a:t>
            </a:r>
          </a:p>
          <a:p>
            <a:pPr lvl="1"/>
            <a:r>
              <a:rPr lang="en-US"/>
              <a:t>Second level</a:t>
            </a:r>
          </a:p>
          <a:p>
            <a:pPr lvl="2"/>
            <a:r>
              <a:rPr lang="en-US"/>
              <a:t>Third level</a:t>
            </a:r>
          </a:p>
        </p:txBody>
      </p:sp>
      <p:sp>
        <p:nvSpPr>
          <p:cNvPr id="4" name="RightContent"/>
          <p:cNvSpPr>
            <a:spLocks noGrp="1"/>
          </p:cNvSpPr>
          <p:nvPr>
            <p:ph sz="half" idx="2"/>
          </p:nvPr>
        </p:nvSpPr>
        <p:spPr>
          <a:xfrm>
            <a:off x="6197602" y="1600200"/>
            <a:ext cx="5181600" cy="4648199"/>
          </a:xfrm>
        </p:spPr>
        <p:txBody>
          <a:bodyPr/>
          <a:lstStyle>
            <a:lvl1pPr>
              <a:defRPr sz="2400"/>
            </a:lvl1pPr>
            <a:lvl2pPr>
              <a:defRPr sz="2000"/>
            </a:lvl2pPr>
            <a:lvl3pPr>
              <a:defRPr sz="1604"/>
            </a:lvl3pPr>
            <a:lvl4pPr>
              <a:defRPr sz="1805"/>
            </a:lvl4pPr>
            <a:lvl5pPr>
              <a:defRPr sz="1805"/>
            </a:lvl5pPr>
            <a:lvl6pPr>
              <a:defRPr sz="1805"/>
            </a:lvl6pPr>
            <a:lvl7pPr>
              <a:defRPr sz="1805"/>
            </a:lvl7pPr>
            <a:lvl8pPr>
              <a:defRPr sz="1805"/>
            </a:lvl8pPr>
            <a:lvl9pPr>
              <a:defRPr sz="1805"/>
            </a:lvl9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15256944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Agenda">
    <p:spTree>
      <p:nvGrpSpPr>
        <p:cNvPr id="1" name=""/>
        <p:cNvGrpSpPr/>
        <p:nvPr/>
      </p:nvGrpSpPr>
      <p:grpSpPr>
        <a:xfrm>
          <a:off x="0" y="0"/>
          <a:ext cx="0" cy="0"/>
          <a:chOff x="0" y="0"/>
          <a:chExt cx="0" cy="0"/>
        </a:xfrm>
      </p:grpSpPr>
      <p:sp>
        <p:nvSpPr>
          <p:cNvPr id="4" name="Content"/>
          <p:cNvSpPr txBox="1">
            <a:spLocks noChangeArrowheads="1"/>
          </p:cNvSpPr>
          <p:nvPr/>
        </p:nvSpPr>
        <p:spPr bwMode="auto">
          <a:xfrm>
            <a:off x="607484" y="1600200"/>
            <a:ext cx="10765536" cy="4648200"/>
          </a:xfrm>
          <a:prstGeom prst="rect">
            <a:avLst/>
          </a:prstGeom>
          <a:noFill/>
          <a:ln w="9525">
            <a:noFill/>
            <a:miter lim="800000"/>
            <a:headEnd/>
            <a:tailEnd/>
          </a:ln>
          <a:effectLst/>
        </p:spPr>
        <p:txBody>
          <a:bodyPr wrap="none"/>
          <a:lstStyle/>
          <a:p>
            <a:pPr marL="342164" lvl="0" indent="-342164">
              <a:buClr>
                <a:schemeClr val="tx2"/>
              </a:buClr>
              <a:buSzPct val="75000"/>
              <a:buFont typeface="Wingdings" pitchFamily="2" charset="2"/>
              <a:buChar char="§"/>
              <a:tabLst>
                <a:tab pos="458340" algn="l"/>
              </a:tabLst>
            </a:pPr>
            <a:r>
              <a:rPr lang="en-US" sz="2400">
                <a:latin typeface="Arial" pitchFamily="34" charset="0"/>
                <a:cs typeface="Arial" pitchFamily="34" charset="0"/>
              </a:rPr>
              <a:t>Edit</a:t>
            </a:r>
            <a:r>
              <a:rPr lang="en-US" sz="2400" baseline="0">
                <a:latin typeface="Arial" pitchFamily="34" charset="0"/>
                <a:cs typeface="Arial" pitchFamily="34" charset="0"/>
              </a:rPr>
              <a:t> in Slide Master view to e</a:t>
            </a:r>
            <a:r>
              <a:rPr lang="en-US" sz="2400">
                <a:latin typeface="Arial" pitchFamily="34" charset="0"/>
                <a:cs typeface="Arial" pitchFamily="34" charset="0"/>
              </a:rPr>
              <a:t>nter agenda items</a:t>
            </a:r>
          </a:p>
          <a:p>
            <a:pPr marL="342164" lvl="0" indent="-342164">
              <a:buClr>
                <a:schemeClr val="tx2"/>
              </a:buClr>
              <a:buSzPct val="75000"/>
              <a:buFont typeface="Wingdings" pitchFamily="2" charset="2"/>
              <a:buChar char="§"/>
              <a:tabLst>
                <a:tab pos="458340" algn="l"/>
              </a:tabLst>
            </a:pPr>
            <a:r>
              <a:rPr lang="en-US" sz="2400">
                <a:latin typeface="Arial" pitchFamily="34" charset="0"/>
                <a:cs typeface="Arial" pitchFamily="34" charset="0"/>
              </a:rPr>
              <a:t>Bullet 2</a:t>
            </a:r>
          </a:p>
          <a:p>
            <a:pPr marL="342164" lvl="0" indent="-342164">
              <a:buClr>
                <a:schemeClr val="tx2"/>
              </a:buClr>
              <a:buSzPct val="75000"/>
              <a:buFont typeface="Wingdings" pitchFamily="2" charset="2"/>
              <a:buChar char="§"/>
              <a:tabLst>
                <a:tab pos="458340" algn="l"/>
              </a:tabLst>
            </a:pPr>
            <a:r>
              <a:rPr lang="en-US" sz="2400">
                <a:latin typeface="Arial" pitchFamily="34" charset="0"/>
                <a:cs typeface="Arial" pitchFamily="34" charset="0"/>
              </a:rPr>
              <a:t>Bullet</a:t>
            </a:r>
            <a:r>
              <a:rPr lang="en-US" sz="2400" baseline="0">
                <a:latin typeface="Arial" pitchFamily="34" charset="0"/>
                <a:cs typeface="Arial" pitchFamily="34" charset="0"/>
              </a:rPr>
              <a:t> 3</a:t>
            </a:r>
          </a:p>
          <a:p>
            <a:pPr marL="342164" lvl="0" indent="-342164">
              <a:buClr>
                <a:schemeClr val="tx2"/>
              </a:buClr>
              <a:buSzPct val="75000"/>
              <a:buFont typeface="Wingdings" pitchFamily="2" charset="2"/>
              <a:buChar char="§"/>
              <a:tabLst>
                <a:tab pos="458340" algn="l"/>
              </a:tabLst>
            </a:pPr>
            <a:r>
              <a:rPr lang="en-US" sz="2400" baseline="0">
                <a:latin typeface="Arial" pitchFamily="34" charset="0"/>
                <a:cs typeface="Arial" pitchFamily="34" charset="0"/>
              </a:rPr>
              <a:t>Bullet 4</a:t>
            </a:r>
          </a:p>
          <a:p>
            <a:pPr marL="342164" lvl="0" indent="-342164">
              <a:buClr>
                <a:schemeClr val="tx2"/>
              </a:buClr>
              <a:buSzPct val="75000"/>
              <a:buFont typeface="Wingdings" pitchFamily="2" charset="2"/>
              <a:buChar char="§"/>
              <a:tabLst>
                <a:tab pos="458340" algn="l"/>
              </a:tabLst>
            </a:pPr>
            <a:endParaRPr lang="en-US" sz="2400">
              <a:latin typeface="Arial" pitchFamily="34" charset="0"/>
              <a:cs typeface="Arial" pitchFamily="34" charset="0"/>
            </a:endParaRPr>
          </a:p>
        </p:txBody>
      </p:sp>
      <p:sp>
        <p:nvSpPr>
          <p:cNvPr id="5" name="Title"/>
          <p:cNvSpPr txBox="1">
            <a:spLocks noChangeArrowheads="1"/>
          </p:cNvSpPr>
          <p:nvPr/>
        </p:nvSpPr>
        <p:spPr bwMode="auto">
          <a:xfrm>
            <a:off x="607484" y="464695"/>
            <a:ext cx="10765536" cy="1143000"/>
          </a:xfrm>
          <a:prstGeom prst="rect">
            <a:avLst/>
          </a:prstGeom>
          <a:noFill/>
          <a:ln w="9525">
            <a:noFill/>
            <a:miter lim="800000"/>
            <a:headEnd/>
            <a:tailEnd/>
          </a:ln>
          <a:effectLst/>
        </p:spPr>
        <p:txBody>
          <a:bodyPr wrap="none"/>
          <a:lstStyle/>
          <a:p>
            <a:pPr marL="0" marR="0" indent="0" algn="l" defTabSz="916680" rtl="0" eaLnBrk="1" fontAlgn="auto" latinLnBrk="0" hangingPunct="1">
              <a:lnSpc>
                <a:spcPct val="100000"/>
              </a:lnSpc>
              <a:spcBef>
                <a:spcPts val="0"/>
              </a:spcBef>
              <a:spcAft>
                <a:spcPts val="0"/>
              </a:spcAft>
              <a:buClrTx/>
              <a:buSzTx/>
              <a:buFontTx/>
              <a:buNone/>
              <a:tabLst/>
              <a:defRPr/>
            </a:pPr>
            <a:r>
              <a:rPr lang="en-US" sz="2800" b="0">
                <a:solidFill>
                  <a:schemeClr val="tx2"/>
                </a:solidFill>
                <a:latin typeface="Arial" pitchFamily="34" charset="0"/>
                <a:cs typeface="Arial" pitchFamily="34" charset="0"/>
              </a:rPr>
              <a:t>Edit in Slide</a:t>
            </a:r>
            <a:r>
              <a:rPr lang="en-US" sz="2800" b="0" baseline="0">
                <a:solidFill>
                  <a:schemeClr val="tx2"/>
                </a:solidFill>
                <a:latin typeface="Arial" pitchFamily="34" charset="0"/>
                <a:cs typeface="Arial" pitchFamily="34" charset="0"/>
              </a:rPr>
              <a:t> Master view to e</a:t>
            </a:r>
            <a:r>
              <a:rPr lang="en-US" sz="2800" b="0">
                <a:solidFill>
                  <a:schemeClr val="tx2"/>
                </a:solidFill>
                <a:latin typeface="Arial" pitchFamily="34" charset="0"/>
                <a:cs typeface="Arial" pitchFamily="34" charset="0"/>
              </a:rPr>
              <a:t>nter agenda</a:t>
            </a:r>
            <a:r>
              <a:rPr lang="en-US" sz="2800" b="0" baseline="0">
                <a:solidFill>
                  <a:schemeClr val="tx2"/>
                </a:solidFill>
                <a:latin typeface="Arial" pitchFamily="34" charset="0"/>
                <a:cs typeface="Arial" pitchFamily="34" charset="0"/>
              </a:rPr>
              <a:t> title</a:t>
            </a:r>
            <a:endParaRPr lang="en-US" sz="2800" b="0">
              <a:solidFill>
                <a:schemeClr val="tx2"/>
              </a:solidFill>
              <a:latin typeface="Arial" pitchFamily="34" charset="0"/>
              <a:cs typeface="Arial" pitchFamily="34" charset="0"/>
            </a:endParaRPr>
          </a:p>
        </p:txBody>
      </p:sp>
    </p:spTree>
    <p:extLst>
      <p:ext uri="{BB962C8B-B14F-4D97-AF65-F5344CB8AC3E}">
        <p14:creationId xmlns:p14="http://schemas.microsoft.com/office/powerpoint/2010/main" val="225914761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p:cNvSpPr>
            <a:spLocks noGrp="1"/>
          </p:cNvSpPr>
          <p:nvPr>
            <p:ph type="title"/>
          </p:nvPr>
        </p:nvSpPr>
        <p:spPr>
          <a:xfrm>
            <a:off x="609601" y="457200"/>
            <a:ext cx="10769600" cy="990600"/>
          </a:xfrm>
        </p:spPr>
        <p:txBody>
          <a:bodyPr/>
          <a:lstStyle>
            <a:lvl1pPr>
              <a:defRPr>
                <a:solidFill>
                  <a:schemeClr val="tx2"/>
                </a:solidFill>
              </a:defRPr>
            </a:lvl1pPr>
          </a:lstStyle>
          <a:p>
            <a:r>
              <a:rPr lang="en-US"/>
              <a:t>Click to edit Master title style</a:t>
            </a:r>
          </a:p>
        </p:txBody>
      </p:sp>
      <p:sp>
        <p:nvSpPr>
          <p:cNvPr id="3" name="LeftContent"/>
          <p:cNvSpPr>
            <a:spLocks noGrp="1"/>
          </p:cNvSpPr>
          <p:nvPr>
            <p:ph sz="half" idx="1"/>
          </p:nvPr>
        </p:nvSpPr>
        <p:spPr>
          <a:xfrm>
            <a:off x="609601" y="1600200"/>
            <a:ext cx="5181600" cy="4648199"/>
          </a:xfrm>
        </p:spPr>
        <p:txBody>
          <a:bodyPr/>
          <a:lstStyle>
            <a:lvl1pPr>
              <a:defRPr sz="2400"/>
            </a:lvl1pPr>
            <a:lvl2pPr>
              <a:defRPr sz="2000"/>
            </a:lvl2pPr>
            <a:lvl3pPr>
              <a:defRPr sz="1604"/>
            </a:lvl3pPr>
            <a:lvl4pPr>
              <a:defRPr sz="1805"/>
            </a:lvl4pPr>
            <a:lvl5pPr>
              <a:defRPr sz="1805"/>
            </a:lvl5pPr>
            <a:lvl6pPr>
              <a:defRPr sz="1805"/>
            </a:lvl6pPr>
            <a:lvl7pPr>
              <a:defRPr sz="1805"/>
            </a:lvl7pPr>
            <a:lvl8pPr>
              <a:defRPr sz="1805"/>
            </a:lvl8pPr>
            <a:lvl9pPr>
              <a:defRPr sz="1805"/>
            </a:lvl9pPr>
          </a:lstStyle>
          <a:p>
            <a:pPr lvl="0"/>
            <a:r>
              <a:rPr lang="en-US"/>
              <a:t>Click to edit Master text styles</a:t>
            </a:r>
          </a:p>
          <a:p>
            <a:pPr lvl="1"/>
            <a:r>
              <a:rPr lang="en-US"/>
              <a:t>Second level</a:t>
            </a:r>
          </a:p>
          <a:p>
            <a:pPr lvl="2"/>
            <a:r>
              <a:rPr lang="en-US"/>
              <a:t>Third level</a:t>
            </a:r>
          </a:p>
        </p:txBody>
      </p:sp>
      <p:sp>
        <p:nvSpPr>
          <p:cNvPr id="4" name="RightContent"/>
          <p:cNvSpPr>
            <a:spLocks noGrp="1"/>
          </p:cNvSpPr>
          <p:nvPr>
            <p:ph sz="half" idx="2"/>
          </p:nvPr>
        </p:nvSpPr>
        <p:spPr>
          <a:xfrm>
            <a:off x="6197601" y="1600200"/>
            <a:ext cx="5181600" cy="4648199"/>
          </a:xfrm>
        </p:spPr>
        <p:txBody>
          <a:bodyPr/>
          <a:lstStyle>
            <a:lvl1pPr>
              <a:defRPr sz="2400"/>
            </a:lvl1pPr>
            <a:lvl2pPr>
              <a:defRPr sz="2000"/>
            </a:lvl2pPr>
            <a:lvl3pPr>
              <a:defRPr sz="1604"/>
            </a:lvl3pPr>
            <a:lvl4pPr>
              <a:defRPr sz="1805"/>
            </a:lvl4pPr>
            <a:lvl5pPr>
              <a:defRPr sz="1805"/>
            </a:lvl5pPr>
            <a:lvl6pPr>
              <a:defRPr sz="1805"/>
            </a:lvl6pPr>
            <a:lvl7pPr>
              <a:defRPr sz="1805"/>
            </a:lvl7pPr>
            <a:lvl8pPr>
              <a:defRPr sz="1805"/>
            </a:lvl8pPr>
            <a:lvl9pPr>
              <a:defRPr sz="1805"/>
            </a:lvl9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311068588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p:cNvSpPr>
            <a:spLocks noGrp="1"/>
          </p:cNvSpPr>
          <p:nvPr>
            <p:ph type="title"/>
          </p:nvPr>
        </p:nvSpPr>
        <p:spPr>
          <a:xfrm>
            <a:off x="609601" y="457200"/>
            <a:ext cx="10769600" cy="990600"/>
          </a:xfrm>
        </p:spPr>
        <p:txBody>
          <a:bodyPr/>
          <a:lstStyle>
            <a:lvl1pPr>
              <a:defRPr sz="2800" baseline="0">
                <a:solidFill>
                  <a:schemeClr val="tx2"/>
                </a:solidFill>
              </a:defRPr>
            </a:lvl1pPr>
          </a:lstStyle>
          <a:p>
            <a:r>
              <a:rPr lang="en-US"/>
              <a:t>Click to edit Master title style</a:t>
            </a:r>
          </a:p>
        </p:txBody>
      </p:sp>
      <p:sp>
        <p:nvSpPr>
          <p:cNvPr id="3" name="Content"/>
          <p:cNvSpPr>
            <a:spLocks noGrp="1"/>
          </p:cNvSpPr>
          <p:nvPr>
            <p:ph idx="1"/>
          </p:nvPr>
        </p:nvSpPr>
        <p:spPr>
          <a:xfrm>
            <a:off x="609601" y="1600200"/>
            <a:ext cx="10769600" cy="4648200"/>
          </a:xfrm>
        </p:spPr>
        <p:txBody>
          <a:bodyPr/>
          <a:lstStyle>
            <a:lvl1pPr>
              <a:buSzPct val="75000"/>
              <a:defRPr sz="2400"/>
            </a:lvl1pPr>
            <a:lvl2pPr>
              <a:lnSpc>
                <a:spcPct val="105000"/>
              </a:lnSpc>
              <a:defRPr sz="2000"/>
            </a:lvl2pPr>
            <a:lvl3pPr>
              <a:lnSpc>
                <a:spcPct val="105000"/>
              </a:lnSpc>
              <a:buSzPct val="75000"/>
              <a:defRPr sz="1604"/>
            </a:lvl3pPr>
            <a:lvl4pPr>
              <a:lnSpc>
                <a:spcPct val="105000"/>
              </a:lnSpc>
              <a:defRPr/>
            </a:lvl4pPr>
            <a:lvl5pPr>
              <a:lnSpc>
                <a:spcPct val="105000"/>
              </a:lnSpc>
              <a:defRPr/>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398027377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Slide">
    <p:spTree>
      <p:nvGrpSpPr>
        <p:cNvPr id="1" name=""/>
        <p:cNvGrpSpPr/>
        <p:nvPr/>
      </p:nvGrpSpPr>
      <p:grpSpPr>
        <a:xfrm>
          <a:off x="0" y="0"/>
          <a:ext cx="0" cy="0"/>
          <a:chOff x="0" y="0"/>
          <a:chExt cx="0" cy="0"/>
        </a:xfrm>
      </p:grpSpPr>
      <p:pic>
        <p:nvPicPr>
          <p:cNvPr id="8" name="Picture 7" descr="bluemesh.jpg"/>
          <p:cNvPicPr>
            <a:picLocks noChangeAspect="1"/>
          </p:cNvPicPr>
          <p:nvPr/>
        </p:nvPicPr>
        <p:blipFill>
          <a:blip r:embed="rId3" cstate="print"/>
          <a:stretch>
            <a:fillRect/>
          </a:stretch>
        </p:blipFill>
        <p:spPr>
          <a:xfrm>
            <a:off x="-4067" y="1287"/>
            <a:ext cx="12209092" cy="6856713"/>
          </a:xfrm>
          <a:prstGeom prst="rect">
            <a:avLst/>
          </a:prstGeom>
        </p:spPr>
      </p:pic>
      <p:sp>
        <p:nvSpPr>
          <p:cNvPr id="21" name="Title 1"/>
          <p:cNvSpPr>
            <a:spLocks noGrp="1"/>
          </p:cNvSpPr>
          <p:nvPr>
            <p:ph type="ctrTitle"/>
          </p:nvPr>
        </p:nvSpPr>
        <p:spPr>
          <a:xfrm>
            <a:off x="914400" y="914400"/>
            <a:ext cx="10363200" cy="1828800"/>
          </a:xfrm>
        </p:spPr>
        <p:txBody>
          <a:bodyPr/>
          <a:lstStyle>
            <a:lvl1pPr algn="l">
              <a:defRPr sz="3208">
                <a:solidFill>
                  <a:schemeClr val="tx2"/>
                </a:solidFill>
              </a:defRPr>
            </a:lvl1pPr>
          </a:lstStyle>
          <a:p>
            <a:r>
              <a:rPr lang="en-US"/>
              <a:t>Click to edit Master title style</a:t>
            </a:r>
          </a:p>
        </p:txBody>
      </p:sp>
      <p:sp>
        <p:nvSpPr>
          <p:cNvPr id="22" name="Subtitle 2"/>
          <p:cNvSpPr>
            <a:spLocks noGrp="1"/>
          </p:cNvSpPr>
          <p:nvPr>
            <p:ph type="subTitle" idx="1"/>
          </p:nvPr>
        </p:nvSpPr>
        <p:spPr>
          <a:xfrm>
            <a:off x="914400" y="3203579"/>
            <a:ext cx="10363200" cy="987425"/>
          </a:xfrm>
        </p:spPr>
        <p:txBody>
          <a:bodyPr>
            <a:normAutofit/>
          </a:bodyPr>
          <a:lstStyle>
            <a:lvl1pPr marL="0" indent="0" algn="l">
              <a:buNone/>
              <a:defRPr sz="1604" b="1">
                <a:solidFill>
                  <a:schemeClr val="tx1"/>
                </a:solidFill>
              </a:defRPr>
            </a:lvl1pPr>
            <a:lvl2pPr marL="458340" indent="0" algn="ctr">
              <a:buNone/>
              <a:defRPr>
                <a:solidFill>
                  <a:schemeClr val="tx1">
                    <a:tint val="75000"/>
                  </a:schemeClr>
                </a:solidFill>
              </a:defRPr>
            </a:lvl2pPr>
            <a:lvl3pPr marL="916680" indent="0" algn="ctr">
              <a:buNone/>
              <a:defRPr>
                <a:solidFill>
                  <a:schemeClr val="tx1">
                    <a:tint val="75000"/>
                  </a:schemeClr>
                </a:solidFill>
              </a:defRPr>
            </a:lvl3pPr>
            <a:lvl4pPr marL="1375020" indent="0" algn="ctr">
              <a:buNone/>
              <a:defRPr>
                <a:solidFill>
                  <a:schemeClr val="tx1">
                    <a:tint val="75000"/>
                  </a:schemeClr>
                </a:solidFill>
              </a:defRPr>
            </a:lvl4pPr>
            <a:lvl5pPr marL="1833361" indent="0" algn="ctr">
              <a:buNone/>
              <a:defRPr>
                <a:solidFill>
                  <a:schemeClr val="tx1">
                    <a:tint val="75000"/>
                  </a:schemeClr>
                </a:solidFill>
              </a:defRPr>
            </a:lvl5pPr>
            <a:lvl6pPr marL="2291701" indent="0" algn="ctr">
              <a:buNone/>
              <a:defRPr>
                <a:solidFill>
                  <a:schemeClr val="tx1">
                    <a:tint val="75000"/>
                  </a:schemeClr>
                </a:solidFill>
              </a:defRPr>
            </a:lvl6pPr>
            <a:lvl7pPr marL="2750041" indent="0" algn="ctr">
              <a:buNone/>
              <a:defRPr>
                <a:solidFill>
                  <a:schemeClr val="tx1">
                    <a:tint val="75000"/>
                  </a:schemeClr>
                </a:solidFill>
              </a:defRPr>
            </a:lvl7pPr>
            <a:lvl8pPr marL="3208381" indent="0" algn="ctr">
              <a:buNone/>
              <a:defRPr>
                <a:solidFill>
                  <a:schemeClr val="tx1">
                    <a:tint val="75000"/>
                  </a:schemeClr>
                </a:solidFill>
              </a:defRPr>
            </a:lvl8pPr>
            <a:lvl9pPr marL="3666721" indent="0" algn="ctr">
              <a:buNone/>
              <a:defRPr>
                <a:solidFill>
                  <a:schemeClr val="tx1">
                    <a:tint val="75000"/>
                  </a:schemeClr>
                </a:solidFill>
              </a:defRPr>
            </a:lvl9pPr>
          </a:lstStyle>
          <a:p>
            <a:r>
              <a:rPr lang="en-US"/>
              <a:t>Click to edit Master subtitle style</a:t>
            </a:r>
          </a:p>
        </p:txBody>
      </p:sp>
      <p:sp>
        <p:nvSpPr>
          <p:cNvPr id="23" name="TextBox 22"/>
          <p:cNvSpPr txBox="1"/>
          <p:nvPr/>
        </p:nvSpPr>
        <p:spPr>
          <a:xfrm>
            <a:off x="10227052" y="6527632"/>
            <a:ext cx="2438400" cy="246221"/>
          </a:xfrm>
          <a:prstGeom prst="rect">
            <a:avLst/>
          </a:prstGeom>
          <a:noFill/>
        </p:spPr>
        <p:txBody>
          <a:bodyPr wrap="square" rtlCol="0">
            <a:spAutoFit/>
          </a:bodyPr>
          <a:lstStyle/>
          <a:p>
            <a:r>
              <a:rPr lang="en-US" sz="1003">
                <a:solidFill>
                  <a:schemeClr val="bg1"/>
                </a:solidFill>
                <a:latin typeface="Arial" pitchFamily="34" charset="0"/>
                <a:cs typeface="Arial" pitchFamily="34" charset="0"/>
              </a:rPr>
              <a:t>© 2019 The MathWorks, Inc.</a:t>
            </a:r>
          </a:p>
        </p:txBody>
      </p:sp>
      <p:cxnSp>
        <p:nvCxnSpPr>
          <p:cNvPr id="26" name="Straight Connector 25"/>
          <p:cNvCxnSpPr/>
          <p:nvPr/>
        </p:nvCxnSpPr>
        <p:spPr>
          <a:xfrm>
            <a:off x="-4067" y="4376652"/>
            <a:ext cx="12209092" cy="0"/>
          </a:xfrm>
          <a:prstGeom prst="line">
            <a:avLst/>
          </a:prstGeom>
          <a:ln w="57150">
            <a:solidFill>
              <a:schemeClr val="bg1">
                <a:lumMod val="65000"/>
              </a:schemeClr>
            </a:solidFill>
          </a:ln>
        </p:spPr>
        <p:style>
          <a:lnRef idx="1">
            <a:schemeClr val="dk1"/>
          </a:lnRef>
          <a:fillRef idx="0">
            <a:schemeClr val="dk1"/>
          </a:fillRef>
          <a:effectRef idx="0">
            <a:schemeClr val="dk1"/>
          </a:effectRef>
          <a:fontRef idx="minor">
            <a:schemeClr val="tx1"/>
          </a:fontRef>
        </p:style>
      </p:cxnSp>
      <p:pic>
        <p:nvPicPr>
          <p:cNvPr id="9" name="Picture 8" descr="09_MW_logo_CMYK_REV.png"/>
          <p:cNvPicPr>
            <a:picLocks noChangeAspect="1"/>
          </p:cNvPicPr>
          <p:nvPr/>
        </p:nvPicPr>
        <p:blipFill>
          <a:blip r:embed="rId4" cstate="print"/>
          <a:stretch>
            <a:fillRect/>
          </a:stretch>
        </p:blipFill>
        <p:spPr>
          <a:xfrm>
            <a:off x="10330730" y="141139"/>
            <a:ext cx="1620665" cy="320591"/>
          </a:xfrm>
          <a:prstGeom prst="rect">
            <a:avLst/>
          </a:prstGeom>
          <a:noFill/>
          <a:ln>
            <a:noFill/>
          </a:ln>
        </p:spPr>
      </p:pic>
      <p:sp>
        <p:nvSpPr>
          <p:cNvPr id="10" name="TextBox 9">
            <a:extLst>
              <a:ext uri="{FF2B5EF4-FFF2-40B4-BE49-F238E27FC236}">
                <a16:creationId xmlns:a16="http://schemas.microsoft.com/office/drawing/2014/main" id="{7B1934EA-3018-4E4E-88AB-B4AB34B1132C}"/>
              </a:ext>
            </a:extLst>
          </p:cNvPr>
          <p:cNvSpPr txBox="1"/>
          <p:nvPr/>
        </p:nvSpPr>
        <p:spPr>
          <a:xfrm>
            <a:off x="-4067" y="6455419"/>
            <a:ext cx="2933700" cy="369332"/>
          </a:xfrm>
          <a:prstGeom prst="rect">
            <a:avLst/>
          </a:prstGeom>
          <a:noFill/>
        </p:spPr>
        <p:txBody>
          <a:bodyPr wrap="square" rtlCol="0">
            <a:spAutoFit/>
          </a:bodyPr>
          <a:lstStyle/>
          <a:p>
            <a:pPr algn="ctr"/>
            <a:r>
              <a:rPr lang="en-US" sz="1800">
                <a:solidFill>
                  <a:schemeClr val="bg1"/>
                </a:solidFill>
                <a:latin typeface="Arial" pitchFamily="34" charset="0"/>
                <a:cs typeface="Arial" pitchFamily="34" charset="0"/>
              </a:rPr>
              <a:t>MathWorks Confidential</a:t>
            </a:r>
          </a:p>
        </p:txBody>
      </p:sp>
    </p:spTree>
    <p:custDataLst>
      <p:tags r:id="rId1"/>
    </p:custDataLst>
    <p:extLst>
      <p:ext uri="{BB962C8B-B14F-4D97-AF65-F5344CB8AC3E}">
        <p14:creationId xmlns:p14="http://schemas.microsoft.com/office/powerpoint/2010/main" val="192153944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2" y="457200"/>
            <a:ext cx="10769600" cy="990600"/>
          </a:xfrm>
        </p:spPr>
        <p:txBody>
          <a:bodyPr/>
          <a:lstStyle>
            <a:lvl1pPr>
              <a:defRPr sz="2807" b="0" baseline="0">
                <a:solidFill>
                  <a:schemeClr val="tx2"/>
                </a:solidFill>
              </a:defRPr>
            </a:lvl1pPr>
          </a:lstStyle>
          <a:p>
            <a:r>
              <a:rPr lang="en-US"/>
              <a:t>Click to edit Master title style</a:t>
            </a:r>
          </a:p>
        </p:txBody>
      </p:sp>
      <p:sp>
        <p:nvSpPr>
          <p:cNvPr id="3" name="Content Placeholder 2"/>
          <p:cNvSpPr>
            <a:spLocks noGrp="1"/>
          </p:cNvSpPr>
          <p:nvPr>
            <p:ph idx="1"/>
          </p:nvPr>
        </p:nvSpPr>
        <p:spPr>
          <a:xfrm>
            <a:off x="609602" y="1600200"/>
            <a:ext cx="10769600" cy="4648200"/>
          </a:xfrm>
        </p:spPr>
        <p:txBody>
          <a:bodyPr/>
          <a:lstStyle>
            <a:lvl1pPr>
              <a:buSzPct val="75000"/>
              <a:defRPr sz="2406"/>
            </a:lvl1pPr>
            <a:lvl2pPr>
              <a:lnSpc>
                <a:spcPct val="105000"/>
              </a:lnSpc>
              <a:defRPr sz="2005"/>
            </a:lvl2pPr>
            <a:lvl3pPr>
              <a:lnSpc>
                <a:spcPct val="105000"/>
              </a:lnSpc>
              <a:buSzPct val="75000"/>
              <a:defRPr sz="1604"/>
            </a:lvl3pPr>
            <a:lvl4pPr>
              <a:lnSpc>
                <a:spcPct val="105000"/>
              </a:lnSpc>
              <a:defRPr/>
            </a:lvl4pPr>
            <a:lvl5pPr>
              <a:lnSpc>
                <a:spcPct val="105000"/>
              </a:lnSpc>
              <a:defRPr/>
            </a:lvl5pPr>
          </a:lstStyle>
          <a:p>
            <a:pPr lvl="0"/>
            <a:r>
              <a:rPr lang="en-US"/>
              <a:t>Click to edit Master text styles</a:t>
            </a:r>
          </a:p>
          <a:p>
            <a:pPr lvl="1"/>
            <a:r>
              <a:rPr lang="en-US"/>
              <a:t>Second level</a:t>
            </a:r>
          </a:p>
          <a:p>
            <a:pPr lvl="2"/>
            <a:r>
              <a:rPr lang="en-US"/>
              <a:t>Third level</a:t>
            </a:r>
          </a:p>
        </p:txBody>
      </p:sp>
      <p:sp>
        <p:nvSpPr>
          <p:cNvPr id="6" name="TextBox 5">
            <a:extLst>
              <a:ext uri="{FF2B5EF4-FFF2-40B4-BE49-F238E27FC236}">
                <a16:creationId xmlns:a16="http://schemas.microsoft.com/office/drawing/2014/main" id="{BD6AE702-0BC0-4D9C-9D7B-246498982AF9}"/>
              </a:ext>
            </a:extLst>
          </p:cNvPr>
          <p:cNvSpPr txBox="1"/>
          <p:nvPr/>
        </p:nvSpPr>
        <p:spPr>
          <a:xfrm>
            <a:off x="8839200" y="6450568"/>
            <a:ext cx="2933700" cy="369332"/>
          </a:xfrm>
          <a:prstGeom prst="rect">
            <a:avLst/>
          </a:prstGeom>
          <a:noFill/>
        </p:spPr>
        <p:txBody>
          <a:bodyPr wrap="square" rtlCol="0">
            <a:spAutoFit/>
          </a:bodyPr>
          <a:lstStyle/>
          <a:p>
            <a:pPr algn="ctr"/>
            <a:r>
              <a:rPr lang="en-US" sz="1800">
                <a:solidFill>
                  <a:schemeClr val="tx2"/>
                </a:solidFill>
                <a:latin typeface="Arial" pitchFamily="34" charset="0"/>
                <a:cs typeface="Arial" pitchFamily="34" charset="0"/>
              </a:rPr>
              <a:t>MathWorks Confidential</a:t>
            </a:r>
          </a:p>
        </p:txBody>
      </p:sp>
    </p:spTree>
    <p:extLst>
      <p:ext uri="{BB962C8B-B14F-4D97-AF65-F5344CB8AC3E}">
        <p14:creationId xmlns:p14="http://schemas.microsoft.com/office/powerpoint/2010/main" val="202584310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09602" y="457200"/>
            <a:ext cx="10769600" cy="990600"/>
          </a:xfrm>
        </p:spPr>
        <p:txBody>
          <a:bodyPr/>
          <a:lstStyle/>
          <a:p>
            <a:r>
              <a:rPr lang="en-US"/>
              <a:t>Click to edit Master title style</a:t>
            </a:r>
          </a:p>
        </p:txBody>
      </p:sp>
      <p:sp>
        <p:nvSpPr>
          <p:cNvPr id="4" name="TextBox 3">
            <a:extLst>
              <a:ext uri="{FF2B5EF4-FFF2-40B4-BE49-F238E27FC236}">
                <a16:creationId xmlns:a16="http://schemas.microsoft.com/office/drawing/2014/main" id="{2932F1FA-CD8A-4C15-B2D0-165B0656FA1A}"/>
              </a:ext>
            </a:extLst>
          </p:cNvPr>
          <p:cNvSpPr txBox="1"/>
          <p:nvPr/>
        </p:nvSpPr>
        <p:spPr>
          <a:xfrm>
            <a:off x="8839200" y="6450568"/>
            <a:ext cx="2933700" cy="369332"/>
          </a:xfrm>
          <a:prstGeom prst="rect">
            <a:avLst/>
          </a:prstGeom>
          <a:noFill/>
        </p:spPr>
        <p:txBody>
          <a:bodyPr wrap="square" rtlCol="0">
            <a:spAutoFit/>
          </a:bodyPr>
          <a:lstStyle/>
          <a:p>
            <a:pPr algn="ctr"/>
            <a:r>
              <a:rPr lang="en-US" sz="1800">
                <a:solidFill>
                  <a:schemeClr val="tx2"/>
                </a:solidFill>
                <a:latin typeface="Arial" pitchFamily="34" charset="0"/>
                <a:cs typeface="Arial" pitchFamily="34" charset="0"/>
              </a:rPr>
              <a:t>MathWorks Confidential</a:t>
            </a:r>
          </a:p>
        </p:txBody>
      </p:sp>
    </p:spTree>
    <p:extLst>
      <p:ext uri="{BB962C8B-B14F-4D97-AF65-F5344CB8AC3E}">
        <p14:creationId xmlns:p14="http://schemas.microsoft.com/office/powerpoint/2010/main" val="365827613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9477A8A-CB0B-48D9-A9F8-67203F3E6F19}"/>
              </a:ext>
            </a:extLst>
          </p:cNvPr>
          <p:cNvSpPr txBox="1"/>
          <p:nvPr/>
        </p:nvSpPr>
        <p:spPr>
          <a:xfrm>
            <a:off x="8839200" y="6450568"/>
            <a:ext cx="2933700" cy="369332"/>
          </a:xfrm>
          <a:prstGeom prst="rect">
            <a:avLst/>
          </a:prstGeom>
          <a:noFill/>
        </p:spPr>
        <p:txBody>
          <a:bodyPr wrap="square" rtlCol="0">
            <a:spAutoFit/>
          </a:bodyPr>
          <a:lstStyle/>
          <a:p>
            <a:pPr algn="ctr"/>
            <a:r>
              <a:rPr lang="en-US" sz="1800">
                <a:solidFill>
                  <a:schemeClr val="tx2"/>
                </a:solidFill>
                <a:latin typeface="Arial" pitchFamily="34" charset="0"/>
                <a:cs typeface="Arial" pitchFamily="34" charset="0"/>
              </a:rPr>
              <a:t>MathWorks Confidential</a:t>
            </a:r>
          </a:p>
        </p:txBody>
      </p:sp>
    </p:spTree>
    <p:extLst>
      <p:ext uri="{BB962C8B-B14F-4D97-AF65-F5344CB8AC3E}">
        <p14:creationId xmlns:p14="http://schemas.microsoft.com/office/powerpoint/2010/main" val="164566025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Feature">
    <p:spTree>
      <p:nvGrpSpPr>
        <p:cNvPr id="1" name=""/>
        <p:cNvGrpSpPr/>
        <p:nvPr/>
      </p:nvGrpSpPr>
      <p:grpSpPr>
        <a:xfrm>
          <a:off x="0" y="0"/>
          <a:ext cx="0" cy="0"/>
          <a:chOff x="0" y="0"/>
          <a:chExt cx="0" cy="0"/>
        </a:xfrm>
      </p:grpSpPr>
      <p:sp>
        <p:nvSpPr>
          <p:cNvPr id="10" name="Title 1"/>
          <p:cNvSpPr>
            <a:spLocks noGrp="1"/>
          </p:cNvSpPr>
          <p:nvPr>
            <p:ph type="title"/>
          </p:nvPr>
        </p:nvSpPr>
        <p:spPr>
          <a:xfrm>
            <a:off x="609600" y="457200"/>
            <a:ext cx="9448800" cy="990600"/>
          </a:xfrm>
        </p:spPr>
        <p:txBody>
          <a:bodyPr anchor="t" anchorCtr="0"/>
          <a:lstStyle>
            <a:lvl1pPr algn="l">
              <a:defRPr sz="2807" b="1">
                <a:solidFill>
                  <a:schemeClr val="tx2"/>
                </a:solidFill>
              </a:defRPr>
            </a:lvl1pPr>
          </a:lstStyle>
          <a:p>
            <a:r>
              <a:rPr lang="en-US"/>
              <a:t>Click to edit Master title style</a:t>
            </a:r>
          </a:p>
        </p:txBody>
      </p:sp>
      <p:sp>
        <p:nvSpPr>
          <p:cNvPr id="11" name="Content Placeholder 2"/>
          <p:cNvSpPr>
            <a:spLocks noGrp="1"/>
          </p:cNvSpPr>
          <p:nvPr>
            <p:ph sz="half" idx="10" hasCustomPrompt="1"/>
          </p:nvPr>
        </p:nvSpPr>
        <p:spPr>
          <a:xfrm>
            <a:off x="609601" y="2819400"/>
            <a:ext cx="5080001" cy="3200400"/>
          </a:xfrm>
        </p:spPr>
        <p:txBody>
          <a:bodyPr/>
          <a:lstStyle>
            <a:lvl1pPr>
              <a:buClr>
                <a:srgbClr val="125687"/>
              </a:buClr>
              <a:buSzTx/>
              <a:defRPr sz="1805" baseline="0"/>
            </a:lvl1pPr>
            <a:lvl2pPr>
              <a:defRPr sz="1604"/>
            </a:lvl2pPr>
            <a:lvl3pPr>
              <a:buNone/>
              <a:defRPr sz="1604"/>
            </a:lvl3pPr>
            <a:lvl4pPr>
              <a:defRPr sz="1805"/>
            </a:lvl4pPr>
            <a:lvl5pPr>
              <a:defRPr sz="1805"/>
            </a:lvl5pPr>
            <a:lvl6pPr>
              <a:defRPr sz="1805"/>
            </a:lvl6pPr>
            <a:lvl7pPr>
              <a:defRPr sz="1805"/>
            </a:lvl7pPr>
            <a:lvl8pPr>
              <a:defRPr sz="1805"/>
            </a:lvl8pPr>
            <a:lvl9pPr>
              <a:defRPr sz="1805"/>
            </a:lvl9pPr>
          </a:lstStyle>
          <a:p>
            <a:pPr lvl="0">
              <a:buClr>
                <a:srgbClr val="125687"/>
              </a:buClr>
              <a:buSzTx/>
            </a:pPr>
            <a:r>
              <a:rPr lang="en-US"/>
              <a:t>Click to add b</a:t>
            </a:r>
            <a:r>
              <a:rPr lang="en-US" sz="1805">
                <a:solidFill>
                  <a:prstClr val="black"/>
                </a:solidFill>
              </a:rPr>
              <a:t>rief summary and benefits of feature (ideally three bullets)</a:t>
            </a:r>
          </a:p>
          <a:p>
            <a:pPr lvl="1"/>
            <a:r>
              <a:rPr lang="en-US"/>
              <a:t>Second level</a:t>
            </a:r>
          </a:p>
        </p:txBody>
      </p:sp>
      <p:sp>
        <p:nvSpPr>
          <p:cNvPr id="13" name="Text Placeholder 11"/>
          <p:cNvSpPr>
            <a:spLocks noGrp="1"/>
          </p:cNvSpPr>
          <p:nvPr>
            <p:ph type="body" sz="quarter" idx="11" hasCustomPrompt="1"/>
          </p:nvPr>
        </p:nvSpPr>
        <p:spPr>
          <a:xfrm>
            <a:off x="609601" y="1600200"/>
            <a:ext cx="5080001" cy="838200"/>
          </a:xfrm>
        </p:spPr>
        <p:txBody>
          <a:bodyPr anchor="t"/>
          <a:lstStyle>
            <a:lvl1pPr marL="0" indent="0" algn="l">
              <a:buNone/>
              <a:defRPr sz="2005" b="1" baseline="0"/>
            </a:lvl1pPr>
          </a:lstStyle>
          <a:p>
            <a:pPr lvl="0"/>
            <a:r>
              <a:rPr lang="en-US"/>
              <a:t>Click to add headline</a:t>
            </a:r>
            <a:r>
              <a:rPr lang="en-US" sz="2005" b="1">
                <a:solidFill>
                  <a:prstClr val="black"/>
                </a:solidFill>
              </a:rPr>
              <a:t> providing value of feature</a:t>
            </a:r>
            <a:endParaRPr lang="en-US"/>
          </a:p>
        </p:txBody>
      </p:sp>
      <p:sp>
        <p:nvSpPr>
          <p:cNvPr id="14" name="Text Placeholder 2"/>
          <p:cNvSpPr>
            <a:spLocks noGrp="1"/>
          </p:cNvSpPr>
          <p:nvPr>
            <p:ph type="body" sz="half" idx="12" hasCustomPrompt="1"/>
          </p:nvPr>
        </p:nvSpPr>
        <p:spPr>
          <a:xfrm>
            <a:off x="609602" y="6172200"/>
            <a:ext cx="5473700" cy="533400"/>
          </a:xfrm>
        </p:spPr>
        <p:txBody>
          <a:bodyPr anchor="b" anchorCtr="0"/>
          <a:lstStyle>
            <a:lvl1pPr marL="230761" indent="-229170">
              <a:buClrTx/>
              <a:buSzPct val="125000"/>
              <a:buFont typeface="Courier New" pitchFamily="49" charset="0"/>
              <a:buChar char="»"/>
              <a:defRPr sz="1604" b="0">
                <a:latin typeface="Courier New" pitchFamily="49" charset="0"/>
                <a:cs typeface="Courier New" pitchFamily="49" charset="0"/>
              </a:defRPr>
            </a:lvl1pPr>
          </a:lstStyle>
          <a:p>
            <a:pPr lvl="0"/>
            <a:r>
              <a:rPr lang="en-US"/>
              <a:t>Click to add </a:t>
            </a:r>
            <a:r>
              <a:rPr lang="en-US" sz="1604" err="1">
                <a:latin typeface="Courier New" pitchFamily="49" charset="0"/>
                <a:cs typeface="Courier New" pitchFamily="49" charset="0"/>
              </a:rPr>
              <a:t>product_example_name</a:t>
            </a:r>
            <a:r>
              <a:rPr lang="en-US" sz="1604">
                <a:latin typeface="Courier New" pitchFamily="49" charset="0"/>
                <a:cs typeface="Courier New" pitchFamily="49" charset="0"/>
              </a:rPr>
              <a:t>.</a:t>
            </a:r>
            <a:endParaRPr lang="en-US"/>
          </a:p>
        </p:txBody>
      </p:sp>
      <p:sp>
        <p:nvSpPr>
          <p:cNvPr id="7" name="TextBox 6">
            <a:extLst>
              <a:ext uri="{FF2B5EF4-FFF2-40B4-BE49-F238E27FC236}">
                <a16:creationId xmlns:a16="http://schemas.microsoft.com/office/drawing/2014/main" id="{A919A3ED-9BB8-4BC4-89A0-345D3069F276}"/>
              </a:ext>
            </a:extLst>
          </p:cNvPr>
          <p:cNvSpPr txBox="1"/>
          <p:nvPr/>
        </p:nvSpPr>
        <p:spPr>
          <a:xfrm>
            <a:off x="8839200" y="6450568"/>
            <a:ext cx="2933700" cy="369332"/>
          </a:xfrm>
          <a:prstGeom prst="rect">
            <a:avLst/>
          </a:prstGeom>
          <a:noFill/>
        </p:spPr>
        <p:txBody>
          <a:bodyPr wrap="square" rtlCol="0">
            <a:spAutoFit/>
          </a:bodyPr>
          <a:lstStyle/>
          <a:p>
            <a:pPr algn="ctr"/>
            <a:r>
              <a:rPr lang="en-US" sz="1800">
                <a:solidFill>
                  <a:schemeClr val="tx2"/>
                </a:solidFill>
                <a:latin typeface="Arial" pitchFamily="34" charset="0"/>
                <a:cs typeface="Arial" pitchFamily="34" charset="0"/>
              </a:rPr>
              <a:t>MathWorks Confidential</a:t>
            </a:r>
          </a:p>
        </p:txBody>
      </p:sp>
    </p:spTree>
    <p:extLst>
      <p:ext uri="{BB962C8B-B14F-4D97-AF65-F5344CB8AC3E}">
        <p14:creationId xmlns:p14="http://schemas.microsoft.com/office/powerpoint/2010/main" val="309707846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Section Header">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963084" y="1914529"/>
            <a:ext cx="10363200" cy="1362075"/>
          </a:xfrm>
        </p:spPr>
        <p:txBody>
          <a:bodyPr anchor="t"/>
          <a:lstStyle>
            <a:lvl1pPr algn="ctr">
              <a:defRPr sz="3208" b="1" cap="none">
                <a:solidFill>
                  <a:schemeClr val="tx2"/>
                </a:solidFill>
              </a:defRPr>
            </a:lvl1pPr>
          </a:lstStyle>
          <a:p>
            <a:r>
              <a:rPr lang="en-US"/>
              <a:t>Click to edit Section Header Title style</a:t>
            </a:r>
          </a:p>
        </p:txBody>
      </p:sp>
      <p:sp>
        <p:nvSpPr>
          <p:cNvPr id="3" name="TextBox 2">
            <a:extLst>
              <a:ext uri="{FF2B5EF4-FFF2-40B4-BE49-F238E27FC236}">
                <a16:creationId xmlns:a16="http://schemas.microsoft.com/office/drawing/2014/main" id="{37DC625B-7287-4D27-A79F-16B4F63106CC}"/>
              </a:ext>
            </a:extLst>
          </p:cNvPr>
          <p:cNvSpPr txBox="1"/>
          <p:nvPr/>
        </p:nvSpPr>
        <p:spPr>
          <a:xfrm>
            <a:off x="8839200" y="6450568"/>
            <a:ext cx="2933700" cy="369332"/>
          </a:xfrm>
          <a:prstGeom prst="rect">
            <a:avLst/>
          </a:prstGeom>
          <a:noFill/>
        </p:spPr>
        <p:txBody>
          <a:bodyPr wrap="square" rtlCol="0">
            <a:spAutoFit/>
          </a:bodyPr>
          <a:lstStyle/>
          <a:p>
            <a:pPr algn="ctr"/>
            <a:r>
              <a:rPr lang="en-US" sz="1800">
                <a:solidFill>
                  <a:schemeClr val="tx2"/>
                </a:solidFill>
                <a:latin typeface="Arial" pitchFamily="34" charset="0"/>
                <a:cs typeface="Arial" pitchFamily="34" charset="0"/>
              </a:rPr>
              <a:t>MathWorks Confidential</a:t>
            </a:r>
          </a:p>
        </p:txBody>
      </p:sp>
    </p:spTree>
    <p:extLst>
      <p:ext uri="{BB962C8B-B14F-4D97-AF65-F5344CB8AC3E}">
        <p14:creationId xmlns:p14="http://schemas.microsoft.com/office/powerpoint/2010/main" val="175940741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2" y="457200"/>
            <a:ext cx="10769600" cy="990600"/>
          </a:xfrm>
        </p:spPr>
        <p:txBody>
          <a:bodyPr/>
          <a:lstStyle>
            <a:lvl1pPr>
              <a:defRPr>
                <a:solidFill>
                  <a:schemeClr val="tx2"/>
                </a:solidFill>
              </a:defRPr>
            </a:lvl1pPr>
          </a:lstStyle>
          <a:p>
            <a:r>
              <a:rPr lang="en-US"/>
              <a:t>Click to edit Master title style</a:t>
            </a:r>
          </a:p>
        </p:txBody>
      </p:sp>
      <p:sp>
        <p:nvSpPr>
          <p:cNvPr id="3" name="Content Placeholder 2"/>
          <p:cNvSpPr>
            <a:spLocks noGrp="1"/>
          </p:cNvSpPr>
          <p:nvPr>
            <p:ph sz="half" idx="1"/>
          </p:nvPr>
        </p:nvSpPr>
        <p:spPr>
          <a:xfrm>
            <a:off x="609602" y="1600200"/>
            <a:ext cx="5181600" cy="4648199"/>
          </a:xfrm>
        </p:spPr>
        <p:txBody>
          <a:bodyPr/>
          <a:lstStyle>
            <a:lvl1pPr>
              <a:defRPr sz="2406"/>
            </a:lvl1pPr>
            <a:lvl2pPr>
              <a:defRPr sz="2005"/>
            </a:lvl2pPr>
            <a:lvl3pPr>
              <a:defRPr sz="1604"/>
            </a:lvl3pPr>
            <a:lvl4pPr>
              <a:defRPr sz="1805"/>
            </a:lvl4pPr>
            <a:lvl5pPr>
              <a:defRPr sz="1805"/>
            </a:lvl5pPr>
            <a:lvl6pPr>
              <a:defRPr sz="1805"/>
            </a:lvl6pPr>
            <a:lvl7pPr>
              <a:defRPr sz="1805"/>
            </a:lvl7pPr>
            <a:lvl8pPr>
              <a:defRPr sz="1805"/>
            </a:lvl8pPr>
            <a:lvl9pPr>
              <a:defRPr sz="1805"/>
            </a:lvl9pPr>
          </a:lstStyle>
          <a:p>
            <a:pPr lvl="0"/>
            <a:r>
              <a:rPr lang="en-US"/>
              <a:t>Click to edit Master text styles</a:t>
            </a:r>
          </a:p>
          <a:p>
            <a:pPr lvl="1"/>
            <a:r>
              <a:rPr lang="en-US"/>
              <a:t>Second level</a:t>
            </a:r>
          </a:p>
          <a:p>
            <a:pPr lvl="2"/>
            <a:r>
              <a:rPr lang="en-US"/>
              <a:t>Third level</a:t>
            </a:r>
          </a:p>
        </p:txBody>
      </p:sp>
      <p:sp>
        <p:nvSpPr>
          <p:cNvPr id="4" name="Content Placeholder 3"/>
          <p:cNvSpPr>
            <a:spLocks noGrp="1"/>
          </p:cNvSpPr>
          <p:nvPr>
            <p:ph sz="half" idx="2"/>
          </p:nvPr>
        </p:nvSpPr>
        <p:spPr>
          <a:xfrm>
            <a:off x="6197602" y="1600200"/>
            <a:ext cx="5181600" cy="4648199"/>
          </a:xfrm>
        </p:spPr>
        <p:txBody>
          <a:bodyPr/>
          <a:lstStyle>
            <a:lvl1pPr>
              <a:defRPr sz="2406"/>
            </a:lvl1pPr>
            <a:lvl2pPr>
              <a:defRPr sz="2005"/>
            </a:lvl2pPr>
            <a:lvl3pPr>
              <a:defRPr sz="1604"/>
            </a:lvl3pPr>
            <a:lvl4pPr>
              <a:defRPr sz="1805"/>
            </a:lvl4pPr>
            <a:lvl5pPr>
              <a:defRPr sz="1805"/>
            </a:lvl5pPr>
            <a:lvl6pPr>
              <a:defRPr sz="1805"/>
            </a:lvl6pPr>
            <a:lvl7pPr>
              <a:defRPr sz="1805"/>
            </a:lvl7pPr>
            <a:lvl8pPr>
              <a:defRPr sz="1805"/>
            </a:lvl8pPr>
            <a:lvl9pPr>
              <a:defRPr sz="1805"/>
            </a:lvl9pPr>
          </a:lstStyle>
          <a:p>
            <a:pPr lvl="0"/>
            <a:r>
              <a:rPr lang="en-US"/>
              <a:t>Click to edit Master text styles</a:t>
            </a:r>
          </a:p>
          <a:p>
            <a:pPr lvl="1"/>
            <a:r>
              <a:rPr lang="en-US"/>
              <a:t>Second level</a:t>
            </a:r>
          </a:p>
          <a:p>
            <a:pPr lvl="2"/>
            <a:r>
              <a:rPr lang="en-US"/>
              <a:t>Third level</a:t>
            </a:r>
          </a:p>
        </p:txBody>
      </p:sp>
      <p:sp>
        <p:nvSpPr>
          <p:cNvPr id="5" name="TextBox 4">
            <a:extLst>
              <a:ext uri="{FF2B5EF4-FFF2-40B4-BE49-F238E27FC236}">
                <a16:creationId xmlns:a16="http://schemas.microsoft.com/office/drawing/2014/main" id="{46F3D92B-1804-48D9-B4BC-2619AF33FC18}"/>
              </a:ext>
            </a:extLst>
          </p:cNvPr>
          <p:cNvSpPr txBox="1"/>
          <p:nvPr/>
        </p:nvSpPr>
        <p:spPr>
          <a:xfrm>
            <a:off x="8839200" y="6450568"/>
            <a:ext cx="2933700" cy="369332"/>
          </a:xfrm>
          <a:prstGeom prst="rect">
            <a:avLst/>
          </a:prstGeom>
          <a:noFill/>
        </p:spPr>
        <p:txBody>
          <a:bodyPr wrap="square" rtlCol="0">
            <a:spAutoFit/>
          </a:bodyPr>
          <a:lstStyle/>
          <a:p>
            <a:pPr algn="ctr"/>
            <a:r>
              <a:rPr lang="en-US" sz="1800">
                <a:solidFill>
                  <a:schemeClr val="tx2"/>
                </a:solidFill>
                <a:latin typeface="Arial" pitchFamily="34" charset="0"/>
                <a:cs typeface="Arial" pitchFamily="34" charset="0"/>
              </a:rPr>
              <a:t>MathWorks Confidential</a:t>
            </a:r>
          </a:p>
        </p:txBody>
      </p:sp>
    </p:spTree>
    <p:extLst>
      <p:ext uri="{BB962C8B-B14F-4D97-AF65-F5344CB8AC3E}">
        <p14:creationId xmlns:p14="http://schemas.microsoft.com/office/powerpoint/2010/main" val="242647284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Agenda">
    <p:spTree>
      <p:nvGrpSpPr>
        <p:cNvPr id="1" name=""/>
        <p:cNvGrpSpPr/>
        <p:nvPr/>
      </p:nvGrpSpPr>
      <p:grpSpPr>
        <a:xfrm>
          <a:off x="0" y="0"/>
          <a:ext cx="0" cy="0"/>
          <a:chOff x="0" y="0"/>
          <a:chExt cx="0" cy="0"/>
        </a:xfrm>
      </p:grpSpPr>
      <p:sp>
        <p:nvSpPr>
          <p:cNvPr id="4" name="Text Box 15"/>
          <p:cNvSpPr txBox="1">
            <a:spLocks noChangeArrowheads="1"/>
          </p:cNvSpPr>
          <p:nvPr/>
        </p:nvSpPr>
        <p:spPr bwMode="auto">
          <a:xfrm>
            <a:off x="607484" y="1600200"/>
            <a:ext cx="10765536" cy="4648200"/>
          </a:xfrm>
          <a:prstGeom prst="rect">
            <a:avLst/>
          </a:prstGeom>
          <a:noFill/>
          <a:ln w="9525">
            <a:noFill/>
            <a:miter lim="800000"/>
            <a:headEnd/>
            <a:tailEnd/>
          </a:ln>
          <a:effectLst/>
        </p:spPr>
        <p:txBody>
          <a:bodyPr wrap="none"/>
          <a:lstStyle/>
          <a:p>
            <a:pPr marL="342164" lvl="0" indent="-342164">
              <a:buClr>
                <a:schemeClr val="tx2"/>
              </a:buClr>
              <a:buSzPct val="75000"/>
              <a:buFont typeface="Wingdings" pitchFamily="2" charset="2"/>
              <a:buChar char="§"/>
              <a:tabLst>
                <a:tab pos="458340" algn="l"/>
              </a:tabLst>
            </a:pPr>
            <a:r>
              <a:rPr lang="en-US" sz="2406">
                <a:latin typeface="Arial" pitchFamily="34" charset="0"/>
                <a:cs typeface="Arial" pitchFamily="34" charset="0"/>
              </a:rPr>
              <a:t>Edit</a:t>
            </a:r>
            <a:r>
              <a:rPr lang="en-US" sz="2406" baseline="0">
                <a:latin typeface="Arial" pitchFamily="34" charset="0"/>
                <a:cs typeface="Arial" pitchFamily="34" charset="0"/>
              </a:rPr>
              <a:t> in Slide Master view to e</a:t>
            </a:r>
            <a:r>
              <a:rPr lang="en-US" sz="2406">
                <a:latin typeface="Arial" pitchFamily="34" charset="0"/>
                <a:cs typeface="Arial" pitchFamily="34" charset="0"/>
              </a:rPr>
              <a:t>nter agenda items</a:t>
            </a:r>
          </a:p>
          <a:p>
            <a:pPr marL="342164" lvl="0" indent="-342164">
              <a:buClr>
                <a:schemeClr val="tx2"/>
              </a:buClr>
              <a:buSzPct val="75000"/>
              <a:buFont typeface="Wingdings" pitchFamily="2" charset="2"/>
              <a:buChar char="§"/>
              <a:tabLst>
                <a:tab pos="458340" algn="l"/>
              </a:tabLst>
            </a:pPr>
            <a:r>
              <a:rPr lang="en-US" sz="2406">
                <a:latin typeface="Arial" pitchFamily="34" charset="0"/>
                <a:cs typeface="Arial" pitchFamily="34" charset="0"/>
              </a:rPr>
              <a:t>Bullet 2</a:t>
            </a:r>
          </a:p>
          <a:p>
            <a:pPr marL="342164" lvl="0" indent="-342164">
              <a:buClr>
                <a:schemeClr val="tx2"/>
              </a:buClr>
              <a:buSzPct val="75000"/>
              <a:buFont typeface="Wingdings" pitchFamily="2" charset="2"/>
              <a:buChar char="§"/>
              <a:tabLst>
                <a:tab pos="458340" algn="l"/>
              </a:tabLst>
            </a:pPr>
            <a:r>
              <a:rPr lang="en-US" sz="2406">
                <a:latin typeface="Arial" pitchFamily="34" charset="0"/>
                <a:cs typeface="Arial" pitchFamily="34" charset="0"/>
              </a:rPr>
              <a:t>Bullet</a:t>
            </a:r>
            <a:r>
              <a:rPr lang="en-US" sz="2406" baseline="0">
                <a:latin typeface="Arial" pitchFamily="34" charset="0"/>
                <a:cs typeface="Arial" pitchFamily="34" charset="0"/>
              </a:rPr>
              <a:t> 3</a:t>
            </a:r>
          </a:p>
          <a:p>
            <a:pPr marL="342164" lvl="0" indent="-342164">
              <a:buClr>
                <a:schemeClr val="tx2"/>
              </a:buClr>
              <a:buSzPct val="75000"/>
              <a:buFont typeface="Wingdings" pitchFamily="2" charset="2"/>
              <a:buChar char="§"/>
              <a:tabLst>
                <a:tab pos="458340" algn="l"/>
              </a:tabLst>
            </a:pPr>
            <a:r>
              <a:rPr lang="en-US" sz="2406" baseline="0">
                <a:latin typeface="Arial" pitchFamily="34" charset="0"/>
                <a:cs typeface="Arial" pitchFamily="34" charset="0"/>
              </a:rPr>
              <a:t>Bullet 4</a:t>
            </a:r>
          </a:p>
          <a:p>
            <a:pPr marL="342164" lvl="0" indent="-342164">
              <a:buClr>
                <a:schemeClr val="tx2"/>
              </a:buClr>
              <a:buSzPct val="75000"/>
              <a:buFont typeface="Wingdings" pitchFamily="2" charset="2"/>
              <a:buChar char="§"/>
              <a:tabLst>
                <a:tab pos="458340" algn="l"/>
              </a:tabLst>
            </a:pPr>
            <a:endParaRPr lang="en-US" sz="2406">
              <a:latin typeface="Arial" pitchFamily="34" charset="0"/>
              <a:cs typeface="Arial" pitchFamily="34" charset="0"/>
            </a:endParaRPr>
          </a:p>
        </p:txBody>
      </p:sp>
      <p:sp>
        <p:nvSpPr>
          <p:cNvPr id="5" name="Text Box 16"/>
          <p:cNvSpPr txBox="1">
            <a:spLocks noChangeArrowheads="1"/>
          </p:cNvSpPr>
          <p:nvPr/>
        </p:nvSpPr>
        <p:spPr bwMode="auto">
          <a:xfrm>
            <a:off x="607484" y="464695"/>
            <a:ext cx="10765536" cy="1143000"/>
          </a:xfrm>
          <a:prstGeom prst="rect">
            <a:avLst/>
          </a:prstGeom>
          <a:noFill/>
          <a:ln w="9525">
            <a:noFill/>
            <a:miter lim="800000"/>
            <a:headEnd/>
            <a:tailEnd/>
          </a:ln>
          <a:effectLst/>
        </p:spPr>
        <p:txBody>
          <a:bodyPr wrap="none"/>
          <a:lstStyle/>
          <a:p>
            <a:pPr marL="0" marR="0" indent="0" algn="l" defTabSz="916680" rtl="0" eaLnBrk="1" fontAlgn="auto" latinLnBrk="0" hangingPunct="1">
              <a:lnSpc>
                <a:spcPct val="100000"/>
              </a:lnSpc>
              <a:spcBef>
                <a:spcPts val="0"/>
              </a:spcBef>
              <a:spcAft>
                <a:spcPts val="0"/>
              </a:spcAft>
              <a:buClrTx/>
              <a:buSzTx/>
              <a:buFontTx/>
              <a:buNone/>
              <a:tabLst/>
              <a:defRPr/>
            </a:pPr>
            <a:r>
              <a:rPr lang="en-US" sz="2807" b="1">
                <a:solidFill>
                  <a:schemeClr val="tx2"/>
                </a:solidFill>
                <a:latin typeface="Arial" pitchFamily="34" charset="0"/>
                <a:cs typeface="Arial" pitchFamily="34" charset="0"/>
              </a:rPr>
              <a:t>Edit in Slide</a:t>
            </a:r>
            <a:r>
              <a:rPr lang="en-US" sz="2807" b="1" baseline="0">
                <a:solidFill>
                  <a:schemeClr val="tx2"/>
                </a:solidFill>
                <a:latin typeface="Arial" pitchFamily="34" charset="0"/>
                <a:cs typeface="Arial" pitchFamily="34" charset="0"/>
              </a:rPr>
              <a:t> Master view to e</a:t>
            </a:r>
            <a:r>
              <a:rPr lang="en-US" sz="2807" b="1">
                <a:solidFill>
                  <a:schemeClr val="tx2"/>
                </a:solidFill>
                <a:latin typeface="Arial" pitchFamily="34" charset="0"/>
                <a:cs typeface="Arial" pitchFamily="34" charset="0"/>
              </a:rPr>
              <a:t>nter agenda</a:t>
            </a:r>
            <a:r>
              <a:rPr lang="en-US" sz="2807" b="1" baseline="0">
                <a:solidFill>
                  <a:schemeClr val="tx2"/>
                </a:solidFill>
                <a:latin typeface="Arial" pitchFamily="34" charset="0"/>
                <a:cs typeface="Arial" pitchFamily="34" charset="0"/>
              </a:rPr>
              <a:t> title</a:t>
            </a:r>
            <a:endParaRPr lang="en-US" sz="2807" b="1">
              <a:solidFill>
                <a:schemeClr val="tx2"/>
              </a:solidFill>
              <a:latin typeface="Arial" pitchFamily="34" charset="0"/>
              <a:cs typeface="Arial" pitchFamily="34" charset="0"/>
            </a:endParaRPr>
          </a:p>
        </p:txBody>
      </p:sp>
      <p:sp>
        <p:nvSpPr>
          <p:cNvPr id="6" name="TextBox 5">
            <a:extLst>
              <a:ext uri="{FF2B5EF4-FFF2-40B4-BE49-F238E27FC236}">
                <a16:creationId xmlns:a16="http://schemas.microsoft.com/office/drawing/2014/main" id="{6F57AF5D-57ED-45FC-A9BE-7B2E29D508F7}"/>
              </a:ext>
            </a:extLst>
          </p:cNvPr>
          <p:cNvSpPr txBox="1"/>
          <p:nvPr/>
        </p:nvSpPr>
        <p:spPr>
          <a:xfrm>
            <a:off x="8839200" y="6450568"/>
            <a:ext cx="2933700" cy="369332"/>
          </a:xfrm>
          <a:prstGeom prst="rect">
            <a:avLst/>
          </a:prstGeom>
          <a:noFill/>
        </p:spPr>
        <p:txBody>
          <a:bodyPr wrap="square" rtlCol="0">
            <a:spAutoFit/>
          </a:bodyPr>
          <a:lstStyle/>
          <a:p>
            <a:pPr algn="ctr"/>
            <a:r>
              <a:rPr lang="en-US" sz="1800">
                <a:solidFill>
                  <a:schemeClr val="tx2"/>
                </a:solidFill>
                <a:latin typeface="Arial" pitchFamily="34" charset="0"/>
                <a:cs typeface="Arial" pitchFamily="34" charset="0"/>
              </a:rPr>
              <a:t>MathWorks Confidential</a:t>
            </a:r>
          </a:p>
        </p:txBody>
      </p:sp>
    </p:spTree>
    <p:extLst>
      <p:ext uri="{BB962C8B-B14F-4D97-AF65-F5344CB8AC3E}">
        <p14:creationId xmlns:p14="http://schemas.microsoft.com/office/powerpoint/2010/main" val="407771504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Title Slide">
    <p:spTree>
      <p:nvGrpSpPr>
        <p:cNvPr id="1" name=""/>
        <p:cNvGrpSpPr/>
        <p:nvPr/>
      </p:nvGrpSpPr>
      <p:grpSpPr>
        <a:xfrm>
          <a:off x="0" y="0"/>
          <a:ext cx="0" cy="0"/>
          <a:chOff x="0" y="0"/>
          <a:chExt cx="0" cy="0"/>
        </a:xfrm>
      </p:grpSpPr>
      <p:pic>
        <p:nvPicPr>
          <p:cNvPr id="8" name="Background" descr="bluemesh.jpg"/>
          <p:cNvPicPr>
            <a:picLocks noChangeAspect="1"/>
          </p:cNvPicPr>
          <p:nvPr/>
        </p:nvPicPr>
        <p:blipFill>
          <a:blip r:embed="rId2" cstate="print"/>
          <a:stretch>
            <a:fillRect/>
          </a:stretch>
        </p:blipFill>
        <p:spPr>
          <a:xfrm>
            <a:off x="-4067" y="1287"/>
            <a:ext cx="12209092" cy="6856713"/>
          </a:xfrm>
          <a:prstGeom prst="rect">
            <a:avLst/>
          </a:prstGeom>
        </p:spPr>
      </p:pic>
      <p:sp>
        <p:nvSpPr>
          <p:cNvPr id="21" name="Title"/>
          <p:cNvSpPr>
            <a:spLocks noGrp="1"/>
          </p:cNvSpPr>
          <p:nvPr>
            <p:ph type="ctrTitle"/>
          </p:nvPr>
        </p:nvSpPr>
        <p:spPr>
          <a:xfrm>
            <a:off x="914400" y="914400"/>
            <a:ext cx="10363200" cy="1828800"/>
          </a:xfrm>
        </p:spPr>
        <p:txBody>
          <a:bodyPr/>
          <a:lstStyle>
            <a:lvl1pPr algn="l">
              <a:defRPr sz="3200">
                <a:solidFill>
                  <a:schemeClr val="tx2"/>
                </a:solidFill>
              </a:defRPr>
            </a:lvl1pPr>
          </a:lstStyle>
          <a:p>
            <a:r>
              <a:rPr lang="en-US"/>
              <a:t>Click to edit Master title style</a:t>
            </a:r>
          </a:p>
        </p:txBody>
      </p:sp>
      <p:sp>
        <p:nvSpPr>
          <p:cNvPr id="22" name="Subtitle"/>
          <p:cNvSpPr>
            <a:spLocks noGrp="1"/>
          </p:cNvSpPr>
          <p:nvPr>
            <p:ph type="subTitle" idx="1"/>
          </p:nvPr>
        </p:nvSpPr>
        <p:spPr>
          <a:xfrm>
            <a:off x="914400" y="3203579"/>
            <a:ext cx="10363200" cy="987425"/>
          </a:xfrm>
        </p:spPr>
        <p:txBody>
          <a:bodyPr>
            <a:normAutofit/>
          </a:bodyPr>
          <a:lstStyle>
            <a:lvl1pPr marL="0" indent="0" algn="l">
              <a:buNone/>
              <a:defRPr sz="1604" b="0">
                <a:solidFill>
                  <a:schemeClr val="tx1"/>
                </a:solidFill>
              </a:defRPr>
            </a:lvl1pPr>
            <a:lvl2pPr marL="458340" indent="0" algn="ctr">
              <a:buNone/>
              <a:defRPr>
                <a:solidFill>
                  <a:schemeClr val="tx1">
                    <a:tint val="75000"/>
                  </a:schemeClr>
                </a:solidFill>
              </a:defRPr>
            </a:lvl2pPr>
            <a:lvl3pPr marL="916680" indent="0" algn="ctr">
              <a:buNone/>
              <a:defRPr>
                <a:solidFill>
                  <a:schemeClr val="tx1">
                    <a:tint val="75000"/>
                  </a:schemeClr>
                </a:solidFill>
              </a:defRPr>
            </a:lvl3pPr>
            <a:lvl4pPr marL="1375020" indent="0" algn="ctr">
              <a:buNone/>
              <a:defRPr>
                <a:solidFill>
                  <a:schemeClr val="tx1">
                    <a:tint val="75000"/>
                  </a:schemeClr>
                </a:solidFill>
              </a:defRPr>
            </a:lvl4pPr>
            <a:lvl5pPr marL="1833361" indent="0" algn="ctr">
              <a:buNone/>
              <a:defRPr>
                <a:solidFill>
                  <a:schemeClr val="tx1">
                    <a:tint val="75000"/>
                  </a:schemeClr>
                </a:solidFill>
              </a:defRPr>
            </a:lvl5pPr>
            <a:lvl6pPr marL="2291701" indent="0" algn="ctr">
              <a:buNone/>
              <a:defRPr>
                <a:solidFill>
                  <a:schemeClr val="tx1">
                    <a:tint val="75000"/>
                  </a:schemeClr>
                </a:solidFill>
              </a:defRPr>
            </a:lvl6pPr>
            <a:lvl7pPr marL="2750041" indent="0" algn="ctr">
              <a:buNone/>
              <a:defRPr>
                <a:solidFill>
                  <a:schemeClr val="tx1">
                    <a:tint val="75000"/>
                  </a:schemeClr>
                </a:solidFill>
              </a:defRPr>
            </a:lvl7pPr>
            <a:lvl8pPr marL="3208381" indent="0" algn="ctr">
              <a:buNone/>
              <a:defRPr>
                <a:solidFill>
                  <a:schemeClr val="tx1">
                    <a:tint val="75000"/>
                  </a:schemeClr>
                </a:solidFill>
              </a:defRPr>
            </a:lvl8pPr>
            <a:lvl9pPr marL="3666721" indent="0" algn="ctr">
              <a:buNone/>
              <a:defRPr>
                <a:solidFill>
                  <a:schemeClr val="tx1">
                    <a:tint val="75000"/>
                  </a:schemeClr>
                </a:solidFill>
              </a:defRPr>
            </a:lvl9pPr>
          </a:lstStyle>
          <a:p>
            <a:r>
              <a:rPr lang="en-US"/>
              <a:t>Click to edit Master subtitle style</a:t>
            </a:r>
          </a:p>
        </p:txBody>
      </p:sp>
      <p:sp>
        <p:nvSpPr>
          <p:cNvPr id="23" name="Copyright"/>
          <p:cNvSpPr txBox="1"/>
          <p:nvPr/>
        </p:nvSpPr>
        <p:spPr>
          <a:xfrm>
            <a:off x="10227052" y="6527632"/>
            <a:ext cx="2438400" cy="246221"/>
          </a:xfrm>
          <a:prstGeom prst="rect">
            <a:avLst/>
          </a:prstGeom>
          <a:noFill/>
        </p:spPr>
        <p:txBody>
          <a:bodyPr wrap="square" rtlCol="0">
            <a:spAutoFit/>
          </a:bodyPr>
          <a:lstStyle/>
          <a:p>
            <a:r>
              <a:rPr lang="en-US" sz="1003">
                <a:solidFill>
                  <a:schemeClr val="bg1"/>
                </a:solidFill>
                <a:latin typeface="Arial" pitchFamily="34" charset="0"/>
                <a:cs typeface="Arial" pitchFamily="34" charset="0"/>
              </a:rPr>
              <a:t>© 2021 The MathWorks, Inc.</a:t>
            </a:r>
          </a:p>
        </p:txBody>
      </p:sp>
      <p:cxnSp>
        <p:nvCxnSpPr>
          <p:cNvPr id="26" name="GrayLine"/>
          <p:cNvCxnSpPr/>
          <p:nvPr/>
        </p:nvCxnSpPr>
        <p:spPr>
          <a:xfrm>
            <a:off x="-4067" y="4376652"/>
            <a:ext cx="12209092" cy="0"/>
          </a:xfrm>
          <a:prstGeom prst="line">
            <a:avLst/>
          </a:prstGeom>
          <a:ln w="57150">
            <a:solidFill>
              <a:schemeClr val="bg1">
                <a:lumMod val="65000"/>
              </a:schemeClr>
            </a:solidFill>
          </a:ln>
        </p:spPr>
        <p:style>
          <a:lnRef idx="1">
            <a:schemeClr val="dk1"/>
          </a:lnRef>
          <a:fillRef idx="0">
            <a:schemeClr val="dk1"/>
          </a:fillRef>
          <a:effectRef idx="0">
            <a:schemeClr val="dk1"/>
          </a:effectRef>
          <a:fontRef idx="minor">
            <a:schemeClr val="tx1"/>
          </a:fontRef>
        </p:style>
      </p:cxnSp>
      <p:pic>
        <p:nvPicPr>
          <p:cNvPr id="9" name="Logo" descr="09_MW_logo_CMYK_REV.png"/>
          <p:cNvPicPr>
            <a:picLocks noChangeAspect="1"/>
          </p:cNvPicPr>
          <p:nvPr/>
        </p:nvPicPr>
        <p:blipFill>
          <a:blip r:embed="rId3" cstate="print"/>
          <a:stretch>
            <a:fillRect/>
          </a:stretch>
        </p:blipFill>
        <p:spPr>
          <a:xfrm>
            <a:off x="10330730" y="141139"/>
            <a:ext cx="1620665" cy="320591"/>
          </a:xfrm>
          <a:prstGeom prst="rect">
            <a:avLst/>
          </a:prstGeom>
          <a:noFill/>
          <a:ln>
            <a:noFill/>
          </a:ln>
        </p:spPr>
      </p:pic>
    </p:spTree>
    <p:extLst>
      <p:ext uri="{BB962C8B-B14F-4D97-AF65-F5344CB8AC3E}">
        <p14:creationId xmlns:p14="http://schemas.microsoft.com/office/powerpoint/2010/main" val="387237186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658944-A317-4EAB-8E42-62FFFC88C741}"/>
              </a:ext>
            </a:extLst>
          </p:cNvPr>
          <p:cNvSpPr>
            <a:spLocks noGrp="1"/>
          </p:cNvSpPr>
          <p:nvPr>
            <p:ph type="title"/>
          </p:nvPr>
        </p:nvSpPr>
        <p:spPr/>
        <p:txBody>
          <a:bodyPr/>
          <a:lstStyle/>
          <a:p>
            <a:r>
              <a:rPr lang="en-US"/>
              <a:t>Click to edit Master title style</a:t>
            </a:r>
          </a:p>
        </p:txBody>
      </p:sp>
      <p:sp>
        <p:nvSpPr>
          <p:cNvPr id="3" name="Content">
            <a:extLst>
              <a:ext uri="{FF2B5EF4-FFF2-40B4-BE49-F238E27FC236}">
                <a16:creationId xmlns:a16="http://schemas.microsoft.com/office/drawing/2014/main" id="{504E557F-B6E8-4F54-9753-C9753B651613}"/>
              </a:ext>
            </a:extLst>
          </p:cNvPr>
          <p:cNvSpPr>
            <a:spLocks noGrp="1"/>
          </p:cNvSpPr>
          <p:nvPr>
            <p:ph idx="1"/>
          </p:nvPr>
        </p:nvSpPr>
        <p:spPr>
          <a:xfrm>
            <a:off x="609602" y="1600200"/>
            <a:ext cx="10769600" cy="4648200"/>
          </a:xfrm>
        </p:spPr>
        <p:txBody>
          <a:bodyPr/>
          <a:lstStyle>
            <a:lvl1pPr>
              <a:buSzPct val="75000"/>
              <a:defRPr sz="2400"/>
            </a:lvl1pPr>
            <a:lvl2pPr>
              <a:lnSpc>
                <a:spcPct val="105000"/>
              </a:lnSpc>
              <a:defRPr sz="2000"/>
            </a:lvl2pPr>
            <a:lvl3pPr>
              <a:lnSpc>
                <a:spcPct val="105000"/>
              </a:lnSpc>
              <a:buSzPct val="75000"/>
              <a:defRPr sz="1604"/>
            </a:lvl3pPr>
            <a:lvl4pPr>
              <a:lnSpc>
                <a:spcPct val="105000"/>
              </a:lnSpc>
              <a:defRPr/>
            </a:lvl4pPr>
            <a:lvl5pPr>
              <a:lnSpc>
                <a:spcPct val="105000"/>
              </a:lnSpc>
              <a:defRPr/>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229378597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p:cNvSpPr>
            <a:spLocks noGrp="1"/>
          </p:cNvSpPr>
          <p:nvPr>
            <p:ph type="title"/>
          </p:nvPr>
        </p:nvSpPr>
        <p:spPr>
          <a:xfrm>
            <a:off x="609602" y="457200"/>
            <a:ext cx="10769600" cy="990600"/>
          </a:xfrm>
        </p:spPr>
        <p:txBody>
          <a:bodyPr/>
          <a:lstStyle>
            <a:lvl1pPr>
              <a:defRPr sz="2800" baseline="0">
                <a:solidFill>
                  <a:schemeClr val="tx2"/>
                </a:solidFill>
              </a:defRPr>
            </a:lvl1pPr>
          </a:lstStyle>
          <a:p>
            <a:r>
              <a:rPr lang="en-US"/>
              <a:t>Click to edit Master title style</a:t>
            </a:r>
          </a:p>
        </p:txBody>
      </p:sp>
      <p:sp>
        <p:nvSpPr>
          <p:cNvPr id="3" name="Content"/>
          <p:cNvSpPr>
            <a:spLocks noGrp="1"/>
          </p:cNvSpPr>
          <p:nvPr>
            <p:ph idx="1"/>
          </p:nvPr>
        </p:nvSpPr>
        <p:spPr>
          <a:xfrm>
            <a:off x="609602" y="1600200"/>
            <a:ext cx="10769600" cy="4648200"/>
          </a:xfrm>
        </p:spPr>
        <p:txBody>
          <a:bodyPr/>
          <a:lstStyle>
            <a:lvl1pPr>
              <a:buSzPct val="75000"/>
              <a:defRPr sz="2400"/>
            </a:lvl1pPr>
            <a:lvl2pPr>
              <a:lnSpc>
                <a:spcPct val="105000"/>
              </a:lnSpc>
              <a:defRPr sz="2000"/>
            </a:lvl2pPr>
            <a:lvl3pPr>
              <a:lnSpc>
                <a:spcPct val="105000"/>
              </a:lnSpc>
              <a:buSzPct val="75000"/>
              <a:defRPr sz="1604"/>
            </a:lvl3pPr>
            <a:lvl4pPr>
              <a:lnSpc>
                <a:spcPct val="105000"/>
              </a:lnSpc>
              <a:defRPr/>
            </a:lvl4pPr>
            <a:lvl5pPr>
              <a:lnSpc>
                <a:spcPct val="105000"/>
              </a:lnSpc>
              <a:defRPr/>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55648839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2" name="Title"/>
          <p:cNvSpPr>
            <a:spLocks noGrp="1"/>
          </p:cNvSpPr>
          <p:nvPr>
            <p:ph type="title"/>
          </p:nvPr>
        </p:nvSpPr>
        <p:spPr>
          <a:xfrm>
            <a:off x="609602" y="457200"/>
            <a:ext cx="10769600" cy="990600"/>
          </a:xfrm>
        </p:spPr>
        <p:txBody>
          <a:bodyPr/>
          <a:lstStyle/>
          <a:p>
            <a:r>
              <a:rPr lang="en-US"/>
              <a:t>Click to edit Master title style</a:t>
            </a:r>
          </a:p>
        </p:txBody>
      </p:sp>
    </p:spTree>
    <p:extLst>
      <p:ext uri="{BB962C8B-B14F-4D97-AF65-F5344CB8AC3E}">
        <p14:creationId xmlns:p14="http://schemas.microsoft.com/office/powerpoint/2010/main" val="2971534668"/>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134303535"/>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Feature">
    <p:spTree>
      <p:nvGrpSpPr>
        <p:cNvPr id="1" name=""/>
        <p:cNvGrpSpPr/>
        <p:nvPr/>
      </p:nvGrpSpPr>
      <p:grpSpPr>
        <a:xfrm>
          <a:off x="0" y="0"/>
          <a:ext cx="0" cy="0"/>
          <a:chOff x="0" y="0"/>
          <a:chExt cx="0" cy="0"/>
        </a:xfrm>
      </p:grpSpPr>
      <p:sp>
        <p:nvSpPr>
          <p:cNvPr id="10" name="Title"/>
          <p:cNvSpPr>
            <a:spLocks noGrp="1"/>
          </p:cNvSpPr>
          <p:nvPr>
            <p:ph type="title"/>
          </p:nvPr>
        </p:nvSpPr>
        <p:spPr>
          <a:xfrm>
            <a:off x="609600" y="457200"/>
            <a:ext cx="9448800" cy="990600"/>
          </a:xfrm>
        </p:spPr>
        <p:txBody>
          <a:bodyPr anchor="t" anchorCtr="0"/>
          <a:lstStyle>
            <a:lvl1pPr algn="l">
              <a:defRPr sz="2800" b="0" i="0">
                <a:solidFill>
                  <a:schemeClr val="tx2"/>
                </a:solidFill>
              </a:defRPr>
            </a:lvl1pPr>
          </a:lstStyle>
          <a:p>
            <a:r>
              <a:rPr lang="en-US"/>
              <a:t>Click to edit Master title style</a:t>
            </a:r>
          </a:p>
        </p:txBody>
      </p:sp>
      <p:sp>
        <p:nvSpPr>
          <p:cNvPr id="11" name="Content"/>
          <p:cNvSpPr>
            <a:spLocks noGrp="1"/>
          </p:cNvSpPr>
          <p:nvPr>
            <p:ph sz="half" idx="10" hasCustomPrompt="1"/>
          </p:nvPr>
        </p:nvSpPr>
        <p:spPr>
          <a:xfrm>
            <a:off x="609601" y="2819400"/>
            <a:ext cx="5080001" cy="3200400"/>
          </a:xfrm>
        </p:spPr>
        <p:txBody>
          <a:bodyPr/>
          <a:lstStyle>
            <a:lvl1pPr>
              <a:buClr>
                <a:srgbClr val="125687"/>
              </a:buClr>
              <a:buSzTx/>
              <a:defRPr sz="1800" baseline="0"/>
            </a:lvl1pPr>
            <a:lvl2pPr>
              <a:defRPr sz="1604"/>
            </a:lvl2pPr>
            <a:lvl3pPr>
              <a:buNone/>
              <a:defRPr sz="1604"/>
            </a:lvl3pPr>
            <a:lvl4pPr>
              <a:defRPr sz="1805"/>
            </a:lvl4pPr>
            <a:lvl5pPr>
              <a:defRPr sz="1805"/>
            </a:lvl5pPr>
            <a:lvl6pPr>
              <a:defRPr sz="1805"/>
            </a:lvl6pPr>
            <a:lvl7pPr>
              <a:defRPr sz="1805"/>
            </a:lvl7pPr>
            <a:lvl8pPr>
              <a:defRPr sz="1805"/>
            </a:lvl8pPr>
            <a:lvl9pPr>
              <a:defRPr sz="1805"/>
            </a:lvl9pPr>
          </a:lstStyle>
          <a:p>
            <a:pPr lvl="0">
              <a:buClr>
                <a:srgbClr val="125687"/>
              </a:buClr>
              <a:buSzTx/>
            </a:pPr>
            <a:r>
              <a:rPr lang="en-US"/>
              <a:t>Click to add b</a:t>
            </a:r>
            <a:r>
              <a:rPr lang="en-US" sz="1805">
                <a:solidFill>
                  <a:prstClr val="black"/>
                </a:solidFill>
              </a:rPr>
              <a:t>rief summary and benefits of feature (ideally three bullets)</a:t>
            </a:r>
          </a:p>
          <a:p>
            <a:pPr lvl="1"/>
            <a:r>
              <a:rPr lang="en-US"/>
              <a:t>Second level</a:t>
            </a:r>
          </a:p>
        </p:txBody>
      </p:sp>
      <p:sp>
        <p:nvSpPr>
          <p:cNvPr id="13" name="Headline"/>
          <p:cNvSpPr>
            <a:spLocks noGrp="1"/>
          </p:cNvSpPr>
          <p:nvPr>
            <p:ph type="body" sz="quarter" idx="11" hasCustomPrompt="1"/>
          </p:nvPr>
        </p:nvSpPr>
        <p:spPr>
          <a:xfrm>
            <a:off x="609601" y="1600200"/>
            <a:ext cx="5080001" cy="838200"/>
          </a:xfrm>
        </p:spPr>
        <p:txBody>
          <a:bodyPr anchor="t"/>
          <a:lstStyle>
            <a:lvl1pPr marL="0" indent="0" algn="l">
              <a:buNone/>
              <a:defRPr sz="2000" b="0" i="0" baseline="0"/>
            </a:lvl1pPr>
          </a:lstStyle>
          <a:p>
            <a:pPr lvl="0"/>
            <a:r>
              <a:rPr lang="en-US"/>
              <a:t>Click to add headline</a:t>
            </a:r>
            <a:r>
              <a:rPr lang="en-US" sz="2005" b="1">
                <a:solidFill>
                  <a:prstClr val="black"/>
                </a:solidFill>
              </a:rPr>
              <a:t> providing value of feature</a:t>
            </a:r>
            <a:endParaRPr lang="en-US"/>
          </a:p>
        </p:txBody>
      </p:sp>
      <p:sp>
        <p:nvSpPr>
          <p:cNvPr id="14" name="ProductName"/>
          <p:cNvSpPr>
            <a:spLocks noGrp="1"/>
          </p:cNvSpPr>
          <p:nvPr>
            <p:ph type="body" sz="half" idx="12" hasCustomPrompt="1"/>
          </p:nvPr>
        </p:nvSpPr>
        <p:spPr>
          <a:xfrm>
            <a:off x="609602" y="6172200"/>
            <a:ext cx="5473700" cy="533400"/>
          </a:xfrm>
        </p:spPr>
        <p:txBody>
          <a:bodyPr anchor="b" anchorCtr="0"/>
          <a:lstStyle>
            <a:lvl1pPr marL="230761" indent="-229170">
              <a:buClrTx/>
              <a:buSzPct val="125000"/>
              <a:buFont typeface="Courier New" pitchFamily="49" charset="0"/>
              <a:buChar char="»"/>
              <a:defRPr sz="1604" b="0">
                <a:latin typeface="Courier New" pitchFamily="49" charset="0"/>
                <a:cs typeface="Courier New" pitchFamily="49" charset="0"/>
              </a:defRPr>
            </a:lvl1pPr>
          </a:lstStyle>
          <a:p>
            <a:pPr lvl="0"/>
            <a:r>
              <a:rPr lang="en-US"/>
              <a:t>Click to add </a:t>
            </a:r>
            <a:r>
              <a:rPr lang="en-US" sz="1604" err="1">
                <a:latin typeface="Courier New" pitchFamily="49" charset="0"/>
                <a:cs typeface="Courier New" pitchFamily="49" charset="0"/>
              </a:rPr>
              <a:t>product_example_name</a:t>
            </a:r>
            <a:r>
              <a:rPr lang="en-US" sz="1604">
                <a:latin typeface="Courier New" pitchFamily="49" charset="0"/>
                <a:cs typeface="Courier New" pitchFamily="49" charset="0"/>
              </a:rPr>
              <a:t>.</a:t>
            </a:r>
            <a:endParaRPr lang="en-US"/>
          </a:p>
        </p:txBody>
      </p:sp>
    </p:spTree>
    <p:extLst>
      <p:ext uri="{BB962C8B-B14F-4D97-AF65-F5344CB8AC3E}">
        <p14:creationId xmlns:p14="http://schemas.microsoft.com/office/powerpoint/2010/main" val="1123866581"/>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Section Header">
    <p:spTree>
      <p:nvGrpSpPr>
        <p:cNvPr id="1" name=""/>
        <p:cNvGrpSpPr/>
        <p:nvPr/>
      </p:nvGrpSpPr>
      <p:grpSpPr>
        <a:xfrm>
          <a:off x="0" y="0"/>
          <a:ext cx="0" cy="0"/>
          <a:chOff x="0" y="0"/>
          <a:chExt cx="0" cy="0"/>
        </a:xfrm>
      </p:grpSpPr>
      <p:sp>
        <p:nvSpPr>
          <p:cNvPr id="2" name="Title"/>
          <p:cNvSpPr>
            <a:spLocks noGrp="1"/>
          </p:cNvSpPr>
          <p:nvPr>
            <p:ph type="title" hasCustomPrompt="1"/>
          </p:nvPr>
        </p:nvSpPr>
        <p:spPr>
          <a:xfrm>
            <a:off x="963084" y="1914529"/>
            <a:ext cx="10363200" cy="1362075"/>
          </a:xfrm>
        </p:spPr>
        <p:txBody>
          <a:bodyPr anchor="t"/>
          <a:lstStyle>
            <a:lvl1pPr algn="ctr">
              <a:defRPr sz="3200" b="0" cap="none">
                <a:solidFill>
                  <a:schemeClr val="tx2"/>
                </a:solidFill>
              </a:defRPr>
            </a:lvl1pPr>
          </a:lstStyle>
          <a:p>
            <a:r>
              <a:rPr lang="en-US"/>
              <a:t>Click to edit Section Header Title style</a:t>
            </a:r>
          </a:p>
        </p:txBody>
      </p:sp>
    </p:spTree>
    <p:extLst>
      <p:ext uri="{BB962C8B-B14F-4D97-AF65-F5344CB8AC3E}">
        <p14:creationId xmlns:p14="http://schemas.microsoft.com/office/powerpoint/2010/main" val="2881414066"/>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p:cNvSpPr>
            <a:spLocks noGrp="1"/>
          </p:cNvSpPr>
          <p:nvPr>
            <p:ph type="title"/>
          </p:nvPr>
        </p:nvSpPr>
        <p:spPr>
          <a:xfrm>
            <a:off x="609602" y="457200"/>
            <a:ext cx="10769600" cy="990600"/>
          </a:xfrm>
        </p:spPr>
        <p:txBody>
          <a:bodyPr/>
          <a:lstStyle>
            <a:lvl1pPr>
              <a:defRPr>
                <a:solidFill>
                  <a:schemeClr val="tx2"/>
                </a:solidFill>
              </a:defRPr>
            </a:lvl1pPr>
          </a:lstStyle>
          <a:p>
            <a:r>
              <a:rPr lang="en-US"/>
              <a:t>Click to edit Master title style</a:t>
            </a:r>
          </a:p>
        </p:txBody>
      </p:sp>
      <p:sp>
        <p:nvSpPr>
          <p:cNvPr id="3" name="LeftContent"/>
          <p:cNvSpPr>
            <a:spLocks noGrp="1"/>
          </p:cNvSpPr>
          <p:nvPr>
            <p:ph sz="half" idx="1"/>
          </p:nvPr>
        </p:nvSpPr>
        <p:spPr>
          <a:xfrm>
            <a:off x="609602" y="1600200"/>
            <a:ext cx="5181600" cy="4648199"/>
          </a:xfrm>
        </p:spPr>
        <p:txBody>
          <a:bodyPr/>
          <a:lstStyle>
            <a:lvl1pPr>
              <a:defRPr sz="2400"/>
            </a:lvl1pPr>
            <a:lvl2pPr>
              <a:defRPr sz="2000"/>
            </a:lvl2pPr>
            <a:lvl3pPr>
              <a:defRPr sz="1604"/>
            </a:lvl3pPr>
            <a:lvl4pPr>
              <a:defRPr sz="1805"/>
            </a:lvl4pPr>
            <a:lvl5pPr>
              <a:defRPr sz="1805"/>
            </a:lvl5pPr>
            <a:lvl6pPr>
              <a:defRPr sz="1805"/>
            </a:lvl6pPr>
            <a:lvl7pPr>
              <a:defRPr sz="1805"/>
            </a:lvl7pPr>
            <a:lvl8pPr>
              <a:defRPr sz="1805"/>
            </a:lvl8pPr>
            <a:lvl9pPr>
              <a:defRPr sz="1805"/>
            </a:lvl9pPr>
          </a:lstStyle>
          <a:p>
            <a:pPr lvl="0"/>
            <a:r>
              <a:rPr lang="en-US"/>
              <a:t>Click to edit Master text styles</a:t>
            </a:r>
          </a:p>
          <a:p>
            <a:pPr lvl="1"/>
            <a:r>
              <a:rPr lang="en-US"/>
              <a:t>Second level</a:t>
            </a:r>
          </a:p>
          <a:p>
            <a:pPr lvl="2"/>
            <a:r>
              <a:rPr lang="en-US"/>
              <a:t>Third level</a:t>
            </a:r>
          </a:p>
        </p:txBody>
      </p:sp>
      <p:sp>
        <p:nvSpPr>
          <p:cNvPr id="4" name="RightContent"/>
          <p:cNvSpPr>
            <a:spLocks noGrp="1"/>
          </p:cNvSpPr>
          <p:nvPr>
            <p:ph sz="half" idx="2"/>
          </p:nvPr>
        </p:nvSpPr>
        <p:spPr>
          <a:xfrm>
            <a:off x="6197602" y="1600200"/>
            <a:ext cx="5181600" cy="4648199"/>
          </a:xfrm>
        </p:spPr>
        <p:txBody>
          <a:bodyPr/>
          <a:lstStyle>
            <a:lvl1pPr>
              <a:defRPr sz="2400"/>
            </a:lvl1pPr>
            <a:lvl2pPr>
              <a:defRPr sz="2000"/>
            </a:lvl2pPr>
            <a:lvl3pPr>
              <a:defRPr sz="1604"/>
            </a:lvl3pPr>
            <a:lvl4pPr>
              <a:defRPr sz="1805"/>
            </a:lvl4pPr>
            <a:lvl5pPr>
              <a:defRPr sz="1805"/>
            </a:lvl5pPr>
            <a:lvl6pPr>
              <a:defRPr sz="1805"/>
            </a:lvl6pPr>
            <a:lvl7pPr>
              <a:defRPr sz="1805"/>
            </a:lvl7pPr>
            <a:lvl8pPr>
              <a:defRPr sz="1805"/>
            </a:lvl8pPr>
            <a:lvl9pPr>
              <a:defRPr sz="1805"/>
            </a:lvl9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2394645502"/>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Agenda">
    <p:spTree>
      <p:nvGrpSpPr>
        <p:cNvPr id="1" name=""/>
        <p:cNvGrpSpPr/>
        <p:nvPr/>
      </p:nvGrpSpPr>
      <p:grpSpPr>
        <a:xfrm>
          <a:off x="0" y="0"/>
          <a:ext cx="0" cy="0"/>
          <a:chOff x="0" y="0"/>
          <a:chExt cx="0" cy="0"/>
        </a:xfrm>
      </p:grpSpPr>
      <p:sp>
        <p:nvSpPr>
          <p:cNvPr id="4" name="Content"/>
          <p:cNvSpPr txBox="1">
            <a:spLocks noChangeArrowheads="1"/>
          </p:cNvSpPr>
          <p:nvPr/>
        </p:nvSpPr>
        <p:spPr bwMode="auto">
          <a:xfrm>
            <a:off x="607484" y="1600200"/>
            <a:ext cx="10765536" cy="4648200"/>
          </a:xfrm>
          <a:prstGeom prst="rect">
            <a:avLst/>
          </a:prstGeom>
          <a:noFill/>
          <a:ln w="9525">
            <a:noFill/>
            <a:miter lim="800000"/>
            <a:headEnd/>
            <a:tailEnd/>
          </a:ln>
          <a:effectLst/>
        </p:spPr>
        <p:txBody>
          <a:bodyPr wrap="none"/>
          <a:lstStyle/>
          <a:p>
            <a:pPr marL="513988" indent="-457200">
              <a:spcBef>
                <a:spcPts val="600"/>
              </a:spcBef>
              <a:buFont typeface="Arial" panose="020B0604020202020204" pitchFamily="34" charset="0"/>
              <a:buChar char="•"/>
            </a:pPr>
            <a:r>
              <a:rPr lang="en-US" sz="2800" b="0"/>
              <a:t>Key Takeaways</a:t>
            </a:r>
          </a:p>
          <a:p>
            <a:pPr marL="513988" indent="-457200">
              <a:spcBef>
                <a:spcPts val="600"/>
              </a:spcBef>
              <a:buFont typeface="Arial" panose="020B0604020202020204" pitchFamily="34" charset="0"/>
              <a:buChar char="•"/>
            </a:pPr>
            <a:r>
              <a:rPr lang="en-US" sz="2800" b="0" err="1"/>
              <a:t>PdM</a:t>
            </a:r>
            <a:r>
              <a:rPr lang="en-US" sz="2800" b="0"/>
              <a:t> Market Update</a:t>
            </a:r>
          </a:p>
          <a:p>
            <a:pPr marL="800735" lvl="1" indent="-342900">
              <a:spcBef>
                <a:spcPts val="600"/>
              </a:spcBef>
              <a:buFont typeface="Arial" panose="020B0604020202020204" pitchFamily="34" charset="0"/>
              <a:buChar char="•"/>
            </a:pPr>
            <a:r>
              <a:rPr lang="en-US" sz="2400" b="0"/>
              <a:t>What the Playing Field Looks Like Now</a:t>
            </a:r>
          </a:p>
          <a:p>
            <a:pPr marL="800735" lvl="1" indent="-342900">
              <a:spcBef>
                <a:spcPts val="600"/>
              </a:spcBef>
              <a:buFont typeface="Arial" panose="020B0604020202020204" pitchFamily="34" charset="0"/>
              <a:buChar char="•"/>
            </a:pPr>
            <a:r>
              <a:rPr lang="en-US" sz="2400" b="0"/>
              <a:t>What the Competition Has Been Up To</a:t>
            </a:r>
          </a:p>
          <a:p>
            <a:pPr marL="800735" lvl="1" indent="-342900">
              <a:spcBef>
                <a:spcPts val="600"/>
              </a:spcBef>
              <a:buFont typeface="Arial" panose="020B0604020202020204" pitchFamily="34" charset="0"/>
              <a:buChar char="•"/>
            </a:pPr>
            <a:r>
              <a:rPr lang="en-US" sz="2400" b="0"/>
              <a:t>What We’ve Been Up To</a:t>
            </a:r>
          </a:p>
          <a:p>
            <a:pPr marL="457200" indent="-457200">
              <a:spcBef>
                <a:spcPts val="600"/>
              </a:spcBef>
              <a:buFont typeface="Arial" panose="020B0604020202020204" pitchFamily="34" charset="0"/>
              <a:buChar char="•"/>
            </a:pPr>
            <a:r>
              <a:rPr lang="en-US" sz="2800" b="0"/>
              <a:t>Strategy Overview</a:t>
            </a:r>
          </a:p>
          <a:p>
            <a:pPr marL="457200" indent="-457200">
              <a:spcBef>
                <a:spcPts val="600"/>
              </a:spcBef>
              <a:buFont typeface="Arial" panose="020B0604020202020204" pitchFamily="34" charset="0"/>
              <a:buChar char="•"/>
            </a:pPr>
            <a:r>
              <a:rPr lang="en-US" sz="2800" b="0"/>
              <a:t>Feedback</a:t>
            </a:r>
            <a:endParaRPr lang="en-US" sz="3600" b="0"/>
          </a:p>
          <a:p>
            <a:pPr marL="342164" lvl="0" indent="-342164">
              <a:buClr>
                <a:schemeClr val="tx2"/>
              </a:buClr>
              <a:buSzPct val="75000"/>
              <a:buFont typeface="Wingdings" pitchFamily="2" charset="2"/>
              <a:buChar char="§"/>
              <a:tabLst>
                <a:tab pos="458340" algn="l"/>
              </a:tabLst>
            </a:pPr>
            <a:endParaRPr lang="en-US" sz="2400" b="0">
              <a:latin typeface="Arial" pitchFamily="34" charset="0"/>
              <a:cs typeface="Arial" pitchFamily="34" charset="0"/>
            </a:endParaRPr>
          </a:p>
        </p:txBody>
      </p:sp>
      <p:sp>
        <p:nvSpPr>
          <p:cNvPr id="5" name="Title"/>
          <p:cNvSpPr txBox="1">
            <a:spLocks noChangeArrowheads="1"/>
          </p:cNvSpPr>
          <p:nvPr/>
        </p:nvSpPr>
        <p:spPr bwMode="auto">
          <a:xfrm>
            <a:off x="607484" y="464695"/>
            <a:ext cx="10765536" cy="1143000"/>
          </a:xfrm>
          <a:prstGeom prst="rect">
            <a:avLst/>
          </a:prstGeom>
          <a:noFill/>
          <a:ln w="9525">
            <a:noFill/>
            <a:miter lim="800000"/>
            <a:headEnd/>
            <a:tailEnd/>
          </a:ln>
          <a:effectLst/>
        </p:spPr>
        <p:txBody>
          <a:bodyPr wrap="none"/>
          <a:lstStyle/>
          <a:p>
            <a:pPr marL="0" marR="0" indent="0" algn="l" defTabSz="916680" rtl="0" eaLnBrk="1" fontAlgn="auto" latinLnBrk="0" hangingPunct="1">
              <a:lnSpc>
                <a:spcPct val="100000"/>
              </a:lnSpc>
              <a:spcBef>
                <a:spcPts val="0"/>
              </a:spcBef>
              <a:spcAft>
                <a:spcPts val="0"/>
              </a:spcAft>
              <a:buClrTx/>
              <a:buSzTx/>
              <a:buFontTx/>
              <a:buNone/>
              <a:tabLst/>
              <a:defRPr/>
            </a:pPr>
            <a:r>
              <a:rPr lang="en-US" sz="2800" b="0">
                <a:solidFill>
                  <a:schemeClr val="tx2"/>
                </a:solidFill>
                <a:latin typeface="Arial" pitchFamily="34" charset="0"/>
                <a:cs typeface="Arial" pitchFamily="34" charset="0"/>
              </a:rPr>
              <a:t>Predictive Maintenance Toolbox LTS Agenda</a:t>
            </a:r>
          </a:p>
        </p:txBody>
      </p:sp>
    </p:spTree>
    <p:extLst>
      <p:ext uri="{BB962C8B-B14F-4D97-AF65-F5344CB8AC3E}">
        <p14:creationId xmlns:p14="http://schemas.microsoft.com/office/powerpoint/2010/main" val="347480437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3" Type="http://schemas.openxmlformats.org/officeDocument/2006/relationships/theme" Target="../theme/theme2.xml"/><Relationship Id="rId2" Type="http://schemas.openxmlformats.org/officeDocument/2006/relationships/slideLayout" Target="../slideLayouts/slideLayout10.xml"/><Relationship Id="rId1" Type="http://schemas.openxmlformats.org/officeDocument/2006/relationships/slideLayout" Target="../slideLayouts/slideLayout9.xml"/><Relationship Id="rId4" Type="http://schemas.openxmlformats.org/officeDocument/2006/relationships/image" Target="../media/image1.png"/></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18.xml"/><Relationship Id="rId3" Type="http://schemas.openxmlformats.org/officeDocument/2006/relationships/slideLayout" Target="../slideLayouts/slideLayout13.xml"/><Relationship Id="rId7" Type="http://schemas.openxmlformats.org/officeDocument/2006/relationships/slideLayout" Target="../slideLayouts/slideLayout17.xml"/><Relationship Id="rId2" Type="http://schemas.openxmlformats.org/officeDocument/2006/relationships/slideLayout" Target="../slideLayouts/slideLayout12.xml"/><Relationship Id="rId1" Type="http://schemas.openxmlformats.org/officeDocument/2006/relationships/slideLayout" Target="../slideLayouts/slideLayout11.xml"/><Relationship Id="rId6" Type="http://schemas.openxmlformats.org/officeDocument/2006/relationships/slideLayout" Target="../slideLayouts/slideLayout16.xml"/><Relationship Id="rId5" Type="http://schemas.openxmlformats.org/officeDocument/2006/relationships/slideLayout" Target="../slideLayouts/slideLayout15.xml"/><Relationship Id="rId10" Type="http://schemas.openxmlformats.org/officeDocument/2006/relationships/image" Target="../media/image1.png"/><Relationship Id="rId4" Type="http://schemas.openxmlformats.org/officeDocument/2006/relationships/slideLayout" Target="../slideLayouts/slideLayout14.xml"/><Relationship Id="rId9"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26.xml"/><Relationship Id="rId3" Type="http://schemas.openxmlformats.org/officeDocument/2006/relationships/slideLayout" Target="../slideLayouts/slideLayout21.xml"/><Relationship Id="rId7" Type="http://schemas.openxmlformats.org/officeDocument/2006/relationships/slideLayout" Target="../slideLayouts/slideLayout25.xml"/><Relationship Id="rId2" Type="http://schemas.openxmlformats.org/officeDocument/2006/relationships/slideLayout" Target="../slideLayouts/slideLayout20.xml"/><Relationship Id="rId1" Type="http://schemas.openxmlformats.org/officeDocument/2006/relationships/slideLayout" Target="../slideLayouts/slideLayout19.xml"/><Relationship Id="rId6" Type="http://schemas.openxmlformats.org/officeDocument/2006/relationships/slideLayout" Target="../slideLayouts/slideLayout24.xml"/><Relationship Id="rId11" Type="http://schemas.openxmlformats.org/officeDocument/2006/relationships/image" Target="../media/image1.png"/><Relationship Id="rId5" Type="http://schemas.openxmlformats.org/officeDocument/2006/relationships/slideLayout" Target="../slideLayouts/slideLayout23.xml"/><Relationship Id="rId10" Type="http://schemas.openxmlformats.org/officeDocument/2006/relationships/theme" Target="../theme/theme4.xml"/><Relationship Id="rId4" Type="http://schemas.openxmlformats.org/officeDocument/2006/relationships/slideLayout" Target="../slideLayouts/slideLayout22.xml"/><Relationship Id="rId9" Type="http://schemas.openxmlformats.org/officeDocument/2006/relationships/slideLayout" Target="../slideLayouts/slideLayout27.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cNvSpPr>
            <a:spLocks noGrp="1"/>
          </p:cNvSpPr>
          <p:nvPr>
            <p:ph type="title"/>
          </p:nvPr>
        </p:nvSpPr>
        <p:spPr>
          <a:xfrm>
            <a:off x="609602" y="457200"/>
            <a:ext cx="10769600" cy="990600"/>
          </a:xfrm>
          <a:prstGeom prst="rect">
            <a:avLst/>
          </a:prstGeom>
        </p:spPr>
        <p:txBody>
          <a:bodyPr vert="horz" lIns="91440" tIns="45720" rIns="91440" bIns="45720" rtlCol="0" anchor="t" anchorCtr="0">
            <a:noAutofit/>
          </a:bodyPr>
          <a:lstStyle/>
          <a:p>
            <a:r>
              <a:rPr lang="en-US"/>
              <a:t>Click to edit Master title style</a:t>
            </a:r>
          </a:p>
        </p:txBody>
      </p:sp>
      <p:sp>
        <p:nvSpPr>
          <p:cNvPr id="3" name="Content"/>
          <p:cNvSpPr>
            <a:spLocks noGrp="1"/>
          </p:cNvSpPr>
          <p:nvPr>
            <p:ph type="body" idx="1"/>
          </p:nvPr>
        </p:nvSpPr>
        <p:spPr>
          <a:xfrm>
            <a:off x="609602" y="1600200"/>
            <a:ext cx="10769600" cy="4648200"/>
          </a:xfrm>
          <a:prstGeom prst="rect">
            <a:avLst/>
          </a:prstGeom>
        </p:spPr>
        <p:txBody>
          <a:bodyPr vert="horz" lIns="91440" tIns="45720" rIns="91440" bIns="45720" rtlCol="0">
            <a:noAutofit/>
          </a:bodyPr>
          <a:lstStyle/>
          <a:p>
            <a:pPr lvl="0"/>
            <a:r>
              <a:rPr lang="en-US"/>
              <a:t>Click to edit Master text styles</a:t>
            </a:r>
          </a:p>
          <a:p>
            <a:pPr lvl="1"/>
            <a:r>
              <a:rPr lang="en-US"/>
              <a:t>Second level</a:t>
            </a:r>
          </a:p>
          <a:p>
            <a:pPr lvl="2"/>
            <a:r>
              <a:rPr lang="en-US"/>
              <a:t>Third level</a:t>
            </a:r>
          </a:p>
        </p:txBody>
      </p:sp>
      <p:sp>
        <p:nvSpPr>
          <p:cNvPr id="8" name="SlideNumber"/>
          <p:cNvSpPr/>
          <p:nvPr/>
        </p:nvSpPr>
        <p:spPr>
          <a:xfrm>
            <a:off x="11582400" y="6484954"/>
            <a:ext cx="609600" cy="381001"/>
          </a:xfrm>
          <a:prstGeom prst="rect">
            <a:avLst/>
          </a:prstGeom>
          <a:noFill/>
          <a:ln w="12700">
            <a:noFill/>
          </a:ln>
        </p:spPr>
        <p:txBody>
          <a:bodyPr wrap="square" anchor="ctr">
            <a:noAutofit/>
          </a:bodyPr>
          <a:lstStyle/>
          <a:p>
            <a:pPr algn="ctr"/>
            <a:fld id="{47FBD1EF-0801-4063-B668-C71608ACC70F}" type="slidenum">
              <a:rPr kumimoji="0" lang="en-US" sz="1203" b="1" i="0" u="none" strike="noStrike" kern="1200" cap="none" spc="0" normalizeH="0" baseline="0" noProof="0" smtClean="0">
                <a:ln>
                  <a:noFill/>
                </a:ln>
                <a:solidFill>
                  <a:schemeClr val="tx2"/>
                </a:solidFill>
                <a:effectLst/>
                <a:uLnTx/>
                <a:uFillTx/>
                <a:latin typeface="Arial" pitchFamily="34" charset="0"/>
                <a:ea typeface="+mn-ea"/>
                <a:cs typeface="Arial" pitchFamily="34" charset="0"/>
              </a:rPr>
              <a:pPr algn="ctr"/>
              <a:t>‹#›</a:t>
            </a:fld>
            <a:endParaRPr lang="en-US" sz="1203" b="1">
              <a:solidFill>
                <a:schemeClr val="tx2"/>
              </a:solidFill>
            </a:endParaRPr>
          </a:p>
        </p:txBody>
      </p:sp>
      <p:pic>
        <p:nvPicPr>
          <p:cNvPr id="12" name="Logo" descr="logo647.png"/>
          <p:cNvPicPr>
            <a:picLocks noChangeAspect="1"/>
          </p:cNvPicPr>
          <p:nvPr/>
        </p:nvPicPr>
        <p:blipFill>
          <a:blip r:embed="rId10" cstate="print"/>
          <a:stretch>
            <a:fillRect/>
          </a:stretch>
        </p:blipFill>
        <p:spPr>
          <a:xfrm>
            <a:off x="10679339" y="23675"/>
            <a:ext cx="1327516" cy="360269"/>
          </a:xfrm>
          <a:prstGeom prst="rect">
            <a:avLst/>
          </a:prstGeom>
          <a:noFill/>
          <a:ln>
            <a:noFill/>
          </a:ln>
        </p:spPr>
      </p:pic>
      <p:cxnSp>
        <p:nvCxnSpPr>
          <p:cNvPr id="13" name="Line"/>
          <p:cNvCxnSpPr/>
          <p:nvPr/>
        </p:nvCxnSpPr>
        <p:spPr>
          <a:xfrm rot="10800000" flipV="1">
            <a:off x="229170" y="176521"/>
            <a:ext cx="10297392" cy="211602"/>
          </a:xfrm>
          <a:prstGeom prst="bentConnector3">
            <a:avLst>
              <a:gd name="adj1" fmla="val 100013"/>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03412321"/>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Lst>
  <p:txStyles>
    <p:titleStyle>
      <a:lvl1pPr algn="l" defTabSz="916680" rtl="0" eaLnBrk="1" latinLnBrk="0" hangingPunct="1">
        <a:spcBef>
          <a:spcPct val="0"/>
        </a:spcBef>
        <a:buNone/>
        <a:defRPr sz="2800" b="0" kern="1200">
          <a:solidFill>
            <a:schemeClr val="tx2"/>
          </a:solidFill>
          <a:latin typeface="Arial" pitchFamily="34" charset="0"/>
          <a:ea typeface="+mj-ea"/>
          <a:cs typeface="Arial" pitchFamily="34" charset="0"/>
        </a:defRPr>
      </a:lvl1pPr>
    </p:titleStyle>
    <p:bodyStyle>
      <a:lvl1pPr marL="343755" indent="-343755" algn="l" defTabSz="916680" rtl="0" eaLnBrk="1" latinLnBrk="0" hangingPunct="1">
        <a:spcBef>
          <a:spcPct val="20000"/>
        </a:spcBef>
        <a:buClr>
          <a:schemeClr val="tx2"/>
        </a:buClr>
        <a:buSzPct val="75000"/>
        <a:buFont typeface="Wingdings" pitchFamily="2" charset="2"/>
        <a:buChar char="§"/>
        <a:defRPr sz="2400" kern="1200">
          <a:solidFill>
            <a:schemeClr val="tx1"/>
          </a:solidFill>
          <a:latin typeface="Arial" pitchFamily="34" charset="0"/>
          <a:ea typeface="+mn-ea"/>
          <a:cs typeface="Arial" pitchFamily="34" charset="0"/>
        </a:defRPr>
      </a:lvl1pPr>
      <a:lvl2pPr marL="744802" indent="-286462" algn="l" defTabSz="916680" rtl="0" eaLnBrk="1" latinLnBrk="0" hangingPunct="1">
        <a:spcBef>
          <a:spcPct val="20000"/>
        </a:spcBef>
        <a:buClr>
          <a:schemeClr val="tx2"/>
        </a:buClr>
        <a:buFont typeface="Arial" pitchFamily="34" charset="0"/>
        <a:buChar char="–"/>
        <a:defRPr sz="2000" kern="1200">
          <a:solidFill>
            <a:schemeClr val="tx1"/>
          </a:solidFill>
          <a:latin typeface="Arial" pitchFamily="34" charset="0"/>
          <a:ea typeface="+mn-ea"/>
          <a:cs typeface="Arial" pitchFamily="34" charset="0"/>
        </a:defRPr>
      </a:lvl2pPr>
      <a:lvl3pPr marL="1145850" indent="-229170" algn="l" defTabSz="916680" rtl="0" eaLnBrk="1" latinLnBrk="0" hangingPunct="1">
        <a:spcBef>
          <a:spcPct val="20000"/>
        </a:spcBef>
        <a:buClr>
          <a:schemeClr val="tx2"/>
        </a:buClr>
        <a:buSzPct val="75000"/>
        <a:buFont typeface="Wingdings" pitchFamily="2" charset="2"/>
        <a:buChar char="§"/>
        <a:defRPr sz="1604" kern="1200">
          <a:solidFill>
            <a:schemeClr val="tx1"/>
          </a:solidFill>
          <a:latin typeface="Arial" pitchFamily="34" charset="0"/>
          <a:ea typeface="+mn-ea"/>
          <a:cs typeface="Arial" pitchFamily="34" charset="0"/>
        </a:defRPr>
      </a:lvl3pPr>
      <a:lvl4pPr marL="1604190" indent="-229170" algn="l" defTabSz="916680" rtl="0" eaLnBrk="1" latinLnBrk="0" hangingPunct="1">
        <a:spcBef>
          <a:spcPct val="20000"/>
        </a:spcBef>
        <a:buFont typeface="Arial" pitchFamily="34" charset="0"/>
        <a:buNone/>
        <a:defRPr sz="1604" kern="1200">
          <a:solidFill>
            <a:schemeClr val="tx1"/>
          </a:solidFill>
          <a:latin typeface="Arial" pitchFamily="34" charset="0"/>
          <a:ea typeface="+mn-ea"/>
          <a:cs typeface="Arial" pitchFamily="34" charset="0"/>
        </a:defRPr>
      </a:lvl4pPr>
      <a:lvl5pPr marL="2062531" indent="-229170" algn="l" defTabSz="916680" rtl="0" eaLnBrk="1" latinLnBrk="0" hangingPunct="1">
        <a:spcBef>
          <a:spcPct val="20000"/>
        </a:spcBef>
        <a:buClr>
          <a:schemeClr val="tx2"/>
        </a:buClr>
        <a:buFont typeface="Arial" pitchFamily="34" charset="0"/>
        <a:buChar char="»"/>
        <a:defRPr sz="1404" kern="1200">
          <a:solidFill>
            <a:schemeClr val="tx1"/>
          </a:solidFill>
          <a:latin typeface="Arial" pitchFamily="34" charset="0"/>
          <a:ea typeface="+mn-ea"/>
          <a:cs typeface="Arial" pitchFamily="34" charset="0"/>
        </a:defRPr>
      </a:lvl5pPr>
      <a:lvl6pPr marL="2520871" indent="-229170" algn="l" defTabSz="916680" rtl="0" eaLnBrk="1" latinLnBrk="0" hangingPunct="1">
        <a:spcBef>
          <a:spcPct val="20000"/>
        </a:spcBef>
        <a:buFont typeface="Arial" pitchFamily="34" charset="0"/>
        <a:buChar char="•"/>
        <a:defRPr sz="2005" kern="1200">
          <a:solidFill>
            <a:schemeClr val="tx1"/>
          </a:solidFill>
          <a:latin typeface="+mn-lt"/>
          <a:ea typeface="+mn-ea"/>
          <a:cs typeface="+mn-cs"/>
        </a:defRPr>
      </a:lvl6pPr>
      <a:lvl7pPr marL="2979211" indent="-229170" algn="l" defTabSz="916680" rtl="0" eaLnBrk="1" latinLnBrk="0" hangingPunct="1">
        <a:spcBef>
          <a:spcPct val="20000"/>
        </a:spcBef>
        <a:buFont typeface="Arial" pitchFamily="34" charset="0"/>
        <a:buChar char="•"/>
        <a:defRPr sz="2005" kern="1200">
          <a:solidFill>
            <a:schemeClr val="tx1"/>
          </a:solidFill>
          <a:latin typeface="+mn-lt"/>
          <a:ea typeface="+mn-ea"/>
          <a:cs typeface="+mn-cs"/>
        </a:defRPr>
      </a:lvl7pPr>
      <a:lvl8pPr marL="3437551" indent="-229170" algn="l" defTabSz="916680" rtl="0" eaLnBrk="1" latinLnBrk="0" hangingPunct="1">
        <a:spcBef>
          <a:spcPct val="20000"/>
        </a:spcBef>
        <a:buFont typeface="Arial" pitchFamily="34" charset="0"/>
        <a:buChar char="•"/>
        <a:defRPr sz="2005" kern="1200">
          <a:solidFill>
            <a:schemeClr val="tx1"/>
          </a:solidFill>
          <a:latin typeface="+mn-lt"/>
          <a:ea typeface="+mn-ea"/>
          <a:cs typeface="+mn-cs"/>
        </a:defRPr>
      </a:lvl8pPr>
      <a:lvl9pPr marL="3895891" indent="-229170" algn="l" defTabSz="916680" rtl="0" eaLnBrk="1" latinLnBrk="0" hangingPunct="1">
        <a:spcBef>
          <a:spcPct val="20000"/>
        </a:spcBef>
        <a:buFont typeface="Arial" pitchFamily="34" charset="0"/>
        <a:buChar char="•"/>
        <a:defRPr sz="2005" kern="1200">
          <a:solidFill>
            <a:schemeClr val="tx1"/>
          </a:solidFill>
          <a:latin typeface="+mn-lt"/>
          <a:ea typeface="+mn-ea"/>
          <a:cs typeface="+mn-cs"/>
        </a:defRPr>
      </a:lvl9pPr>
    </p:bodyStyle>
    <p:otherStyle>
      <a:defPPr>
        <a:defRPr lang="en-US"/>
      </a:defPPr>
      <a:lvl1pPr marL="0" algn="l" defTabSz="916680" rtl="0" eaLnBrk="1" latinLnBrk="0" hangingPunct="1">
        <a:defRPr sz="1805" kern="1200">
          <a:solidFill>
            <a:schemeClr val="tx1"/>
          </a:solidFill>
          <a:latin typeface="+mn-lt"/>
          <a:ea typeface="+mn-ea"/>
          <a:cs typeface="+mn-cs"/>
        </a:defRPr>
      </a:lvl1pPr>
      <a:lvl2pPr marL="458340" algn="l" defTabSz="916680" rtl="0" eaLnBrk="1" latinLnBrk="0" hangingPunct="1">
        <a:defRPr sz="1805" kern="1200">
          <a:solidFill>
            <a:schemeClr val="tx1"/>
          </a:solidFill>
          <a:latin typeface="+mn-lt"/>
          <a:ea typeface="+mn-ea"/>
          <a:cs typeface="+mn-cs"/>
        </a:defRPr>
      </a:lvl2pPr>
      <a:lvl3pPr marL="916680" algn="l" defTabSz="916680" rtl="0" eaLnBrk="1" latinLnBrk="0" hangingPunct="1">
        <a:defRPr sz="1805" kern="1200">
          <a:solidFill>
            <a:schemeClr val="tx1"/>
          </a:solidFill>
          <a:latin typeface="+mn-lt"/>
          <a:ea typeface="+mn-ea"/>
          <a:cs typeface="+mn-cs"/>
        </a:defRPr>
      </a:lvl3pPr>
      <a:lvl4pPr marL="1375020" algn="l" defTabSz="916680" rtl="0" eaLnBrk="1" latinLnBrk="0" hangingPunct="1">
        <a:defRPr sz="1805" kern="1200">
          <a:solidFill>
            <a:schemeClr val="tx1"/>
          </a:solidFill>
          <a:latin typeface="+mn-lt"/>
          <a:ea typeface="+mn-ea"/>
          <a:cs typeface="+mn-cs"/>
        </a:defRPr>
      </a:lvl4pPr>
      <a:lvl5pPr marL="1833361" algn="l" defTabSz="916680" rtl="0" eaLnBrk="1" latinLnBrk="0" hangingPunct="1">
        <a:defRPr sz="1805" kern="1200">
          <a:solidFill>
            <a:schemeClr val="tx1"/>
          </a:solidFill>
          <a:latin typeface="+mn-lt"/>
          <a:ea typeface="+mn-ea"/>
          <a:cs typeface="+mn-cs"/>
        </a:defRPr>
      </a:lvl5pPr>
      <a:lvl6pPr marL="2291701" algn="l" defTabSz="916680" rtl="0" eaLnBrk="1" latinLnBrk="0" hangingPunct="1">
        <a:defRPr sz="1805" kern="1200">
          <a:solidFill>
            <a:schemeClr val="tx1"/>
          </a:solidFill>
          <a:latin typeface="+mn-lt"/>
          <a:ea typeface="+mn-ea"/>
          <a:cs typeface="+mn-cs"/>
        </a:defRPr>
      </a:lvl6pPr>
      <a:lvl7pPr marL="2750041" algn="l" defTabSz="916680" rtl="0" eaLnBrk="1" latinLnBrk="0" hangingPunct="1">
        <a:defRPr sz="1805" kern="1200">
          <a:solidFill>
            <a:schemeClr val="tx1"/>
          </a:solidFill>
          <a:latin typeface="+mn-lt"/>
          <a:ea typeface="+mn-ea"/>
          <a:cs typeface="+mn-cs"/>
        </a:defRPr>
      </a:lvl7pPr>
      <a:lvl8pPr marL="3208381" algn="l" defTabSz="916680" rtl="0" eaLnBrk="1" latinLnBrk="0" hangingPunct="1">
        <a:defRPr sz="1805" kern="1200">
          <a:solidFill>
            <a:schemeClr val="tx1"/>
          </a:solidFill>
          <a:latin typeface="+mn-lt"/>
          <a:ea typeface="+mn-ea"/>
          <a:cs typeface="+mn-cs"/>
        </a:defRPr>
      </a:lvl8pPr>
      <a:lvl9pPr marL="3666721" algn="l" defTabSz="916680" rtl="0" eaLnBrk="1" latinLnBrk="0" hangingPunct="1">
        <a:defRPr sz="1805"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cNvSpPr>
            <a:spLocks noGrp="1"/>
          </p:cNvSpPr>
          <p:nvPr>
            <p:ph type="title"/>
          </p:nvPr>
        </p:nvSpPr>
        <p:spPr>
          <a:xfrm>
            <a:off x="609601" y="457200"/>
            <a:ext cx="10769600" cy="990600"/>
          </a:xfrm>
          <a:prstGeom prst="rect">
            <a:avLst/>
          </a:prstGeom>
        </p:spPr>
        <p:txBody>
          <a:bodyPr vert="horz" lIns="91440" tIns="45720" rIns="91440" bIns="45720" rtlCol="0" anchor="t" anchorCtr="0">
            <a:noAutofit/>
          </a:bodyPr>
          <a:lstStyle/>
          <a:p>
            <a:r>
              <a:rPr lang="en-US"/>
              <a:t>Click to edit Master title style</a:t>
            </a:r>
          </a:p>
        </p:txBody>
      </p:sp>
      <p:sp>
        <p:nvSpPr>
          <p:cNvPr id="3" name="Content"/>
          <p:cNvSpPr>
            <a:spLocks noGrp="1"/>
          </p:cNvSpPr>
          <p:nvPr>
            <p:ph type="body" idx="1"/>
          </p:nvPr>
        </p:nvSpPr>
        <p:spPr>
          <a:xfrm>
            <a:off x="609601" y="1600200"/>
            <a:ext cx="10769600" cy="4648200"/>
          </a:xfrm>
          <a:prstGeom prst="rect">
            <a:avLst/>
          </a:prstGeom>
        </p:spPr>
        <p:txBody>
          <a:bodyPr vert="horz" lIns="91440" tIns="45720" rIns="91440" bIns="45720" rtlCol="0">
            <a:noAutofit/>
          </a:bodyPr>
          <a:lstStyle/>
          <a:p>
            <a:pPr lvl="0"/>
            <a:r>
              <a:rPr lang="en-US"/>
              <a:t>Click to edit Master text styles</a:t>
            </a:r>
          </a:p>
          <a:p>
            <a:pPr lvl="1"/>
            <a:r>
              <a:rPr lang="en-US"/>
              <a:t>Second level</a:t>
            </a:r>
          </a:p>
          <a:p>
            <a:pPr lvl="2"/>
            <a:r>
              <a:rPr lang="en-US"/>
              <a:t>Third level</a:t>
            </a:r>
          </a:p>
        </p:txBody>
      </p:sp>
      <p:sp>
        <p:nvSpPr>
          <p:cNvPr id="8" name="SlideNumber"/>
          <p:cNvSpPr/>
          <p:nvPr/>
        </p:nvSpPr>
        <p:spPr>
          <a:xfrm>
            <a:off x="11582400" y="6484952"/>
            <a:ext cx="609600" cy="381001"/>
          </a:xfrm>
          <a:prstGeom prst="rect">
            <a:avLst/>
          </a:prstGeom>
          <a:noFill/>
          <a:ln w="12700">
            <a:noFill/>
          </a:ln>
        </p:spPr>
        <p:txBody>
          <a:bodyPr wrap="square" anchor="ctr">
            <a:noAutofit/>
          </a:bodyPr>
          <a:lstStyle/>
          <a:p>
            <a:pPr algn="ctr"/>
            <a:fld id="{47FBD1EF-0801-4063-B668-C71608ACC70F}" type="slidenum">
              <a:rPr kumimoji="0" lang="en-US" sz="1203" b="1" i="0" u="none" strike="noStrike" kern="1200" cap="none" spc="0" normalizeH="0" baseline="0" noProof="0" smtClean="0">
                <a:ln>
                  <a:noFill/>
                </a:ln>
                <a:solidFill>
                  <a:schemeClr val="tx2"/>
                </a:solidFill>
                <a:effectLst/>
                <a:uLnTx/>
                <a:uFillTx/>
                <a:latin typeface="Arial" pitchFamily="34" charset="0"/>
                <a:ea typeface="+mn-ea"/>
                <a:cs typeface="Arial" pitchFamily="34" charset="0"/>
              </a:rPr>
              <a:pPr algn="ctr"/>
              <a:t>‹#›</a:t>
            </a:fld>
            <a:endParaRPr lang="en-US" sz="1203" b="1">
              <a:solidFill>
                <a:schemeClr val="tx2"/>
              </a:solidFill>
            </a:endParaRPr>
          </a:p>
        </p:txBody>
      </p:sp>
      <p:sp>
        <p:nvSpPr>
          <p:cNvPr id="10" name="Confidential"/>
          <p:cNvSpPr txBox="1"/>
          <p:nvPr/>
        </p:nvSpPr>
        <p:spPr>
          <a:xfrm>
            <a:off x="8809221" y="6538212"/>
            <a:ext cx="2946400" cy="276999"/>
          </a:xfrm>
          <a:prstGeom prst="rect">
            <a:avLst/>
          </a:prstGeom>
          <a:noFill/>
        </p:spPr>
        <p:txBody>
          <a:bodyPr wrap="square" rtlCol="0">
            <a:spAutoFit/>
          </a:bodyPr>
          <a:lstStyle/>
          <a:p>
            <a:pPr algn="r"/>
            <a:r>
              <a:rPr lang="en-US" sz="1203" b="0" spc="120" baseline="0">
                <a:solidFill>
                  <a:schemeClr val="bg1">
                    <a:lumMod val="50000"/>
                  </a:schemeClr>
                </a:solidFill>
                <a:latin typeface="Arial" pitchFamily="34" charset="0"/>
                <a:cs typeface="Arial" pitchFamily="34" charset="0"/>
              </a:rPr>
              <a:t>CONFIDENTIAL</a:t>
            </a:r>
            <a:r>
              <a:rPr lang="en-US" sz="1203" b="0" spc="100" baseline="0">
                <a:solidFill>
                  <a:schemeClr val="bg1">
                    <a:lumMod val="50000"/>
                  </a:schemeClr>
                </a:solidFill>
                <a:latin typeface="Arial" pitchFamily="34" charset="0"/>
                <a:cs typeface="Arial" pitchFamily="34" charset="0"/>
              </a:rPr>
              <a:t>  |</a:t>
            </a:r>
          </a:p>
        </p:txBody>
      </p:sp>
      <p:pic>
        <p:nvPicPr>
          <p:cNvPr id="12" name="Logo" descr="logo647.png"/>
          <p:cNvPicPr>
            <a:picLocks noChangeAspect="1"/>
          </p:cNvPicPr>
          <p:nvPr/>
        </p:nvPicPr>
        <p:blipFill>
          <a:blip r:embed="rId4" cstate="print"/>
          <a:stretch>
            <a:fillRect/>
          </a:stretch>
        </p:blipFill>
        <p:spPr>
          <a:xfrm>
            <a:off x="10679339" y="23673"/>
            <a:ext cx="1327516" cy="360269"/>
          </a:xfrm>
          <a:prstGeom prst="rect">
            <a:avLst/>
          </a:prstGeom>
          <a:noFill/>
          <a:ln>
            <a:noFill/>
          </a:ln>
        </p:spPr>
      </p:pic>
      <p:cxnSp>
        <p:nvCxnSpPr>
          <p:cNvPr id="13" name="Line"/>
          <p:cNvCxnSpPr/>
          <p:nvPr/>
        </p:nvCxnSpPr>
        <p:spPr>
          <a:xfrm rot="10800000" flipV="1">
            <a:off x="229170" y="176521"/>
            <a:ext cx="10297392" cy="211602"/>
          </a:xfrm>
          <a:prstGeom prst="bentConnector3">
            <a:avLst>
              <a:gd name="adj1" fmla="val 100013"/>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64920060"/>
      </p:ext>
    </p:extLst>
  </p:cSld>
  <p:clrMap bg1="lt1" tx1="dk1" bg2="lt2" tx2="dk2" accent1="accent1" accent2="accent2" accent3="accent3" accent4="accent4" accent5="accent5" accent6="accent6" hlink="hlink" folHlink="folHlink"/>
  <p:sldLayoutIdLst>
    <p:sldLayoutId id="2147483682" r:id="rId1"/>
    <p:sldLayoutId id="2147483683" r:id="rId2"/>
  </p:sldLayoutIdLst>
  <p:hf hdr="0" ftr="0" dt="0"/>
  <p:txStyles>
    <p:titleStyle>
      <a:lvl1pPr algn="l" defTabSz="916686" rtl="0" eaLnBrk="1" latinLnBrk="0" hangingPunct="1">
        <a:spcBef>
          <a:spcPct val="0"/>
        </a:spcBef>
        <a:buNone/>
        <a:defRPr sz="2800" b="0" kern="1200">
          <a:solidFill>
            <a:schemeClr val="tx2"/>
          </a:solidFill>
          <a:latin typeface="Arial" pitchFamily="34" charset="0"/>
          <a:ea typeface="+mj-ea"/>
          <a:cs typeface="Arial" pitchFamily="34" charset="0"/>
        </a:defRPr>
      </a:lvl1pPr>
    </p:titleStyle>
    <p:bodyStyle>
      <a:lvl1pPr marL="343757" indent="-343757" algn="l" defTabSz="916686" rtl="0" eaLnBrk="1" latinLnBrk="0" hangingPunct="1">
        <a:spcBef>
          <a:spcPct val="20000"/>
        </a:spcBef>
        <a:buClr>
          <a:schemeClr val="tx2"/>
        </a:buClr>
        <a:buSzPct val="75000"/>
        <a:buFont typeface="Wingdings" pitchFamily="2" charset="2"/>
        <a:buChar char="§"/>
        <a:defRPr sz="2400" kern="1200">
          <a:solidFill>
            <a:schemeClr val="tx1"/>
          </a:solidFill>
          <a:latin typeface="Arial" pitchFamily="34" charset="0"/>
          <a:ea typeface="+mn-ea"/>
          <a:cs typeface="Arial" pitchFamily="34" charset="0"/>
        </a:defRPr>
      </a:lvl1pPr>
      <a:lvl2pPr marL="744807" indent="-286464" algn="l" defTabSz="916686" rtl="0" eaLnBrk="1" latinLnBrk="0" hangingPunct="1">
        <a:spcBef>
          <a:spcPct val="20000"/>
        </a:spcBef>
        <a:buClr>
          <a:schemeClr val="tx2"/>
        </a:buClr>
        <a:buFont typeface="Arial" pitchFamily="34" charset="0"/>
        <a:buChar char="–"/>
        <a:defRPr sz="2000" kern="1200">
          <a:solidFill>
            <a:schemeClr val="tx1"/>
          </a:solidFill>
          <a:latin typeface="Arial" pitchFamily="34" charset="0"/>
          <a:ea typeface="+mn-ea"/>
          <a:cs typeface="Arial" pitchFamily="34" charset="0"/>
        </a:defRPr>
      </a:lvl2pPr>
      <a:lvl3pPr marL="1145858" indent="-229172" algn="l" defTabSz="916686" rtl="0" eaLnBrk="1" latinLnBrk="0" hangingPunct="1">
        <a:spcBef>
          <a:spcPct val="20000"/>
        </a:spcBef>
        <a:buClr>
          <a:schemeClr val="tx2"/>
        </a:buClr>
        <a:buSzPct val="75000"/>
        <a:buFont typeface="Wingdings" pitchFamily="2" charset="2"/>
        <a:buChar char="§"/>
        <a:defRPr sz="1604" kern="1200">
          <a:solidFill>
            <a:schemeClr val="tx1"/>
          </a:solidFill>
          <a:latin typeface="Arial" pitchFamily="34" charset="0"/>
          <a:ea typeface="+mn-ea"/>
          <a:cs typeface="Arial" pitchFamily="34" charset="0"/>
        </a:defRPr>
      </a:lvl3pPr>
      <a:lvl4pPr marL="1604201" indent="-229172" algn="l" defTabSz="916686" rtl="0" eaLnBrk="1" latinLnBrk="0" hangingPunct="1">
        <a:spcBef>
          <a:spcPct val="20000"/>
        </a:spcBef>
        <a:buFont typeface="Arial" pitchFamily="34" charset="0"/>
        <a:buNone/>
        <a:defRPr sz="1604" kern="1200">
          <a:solidFill>
            <a:schemeClr val="tx1"/>
          </a:solidFill>
          <a:latin typeface="Arial" pitchFamily="34" charset="0"/>
          <a:ea typeface="+mn-ea"/>
          <a:cs typeface="Arial" pitchFamily="34" charset="0"/>
        </a:defRPr>
      </a:lvl4pPr>
      <a:lvl5pPr marL="2062544" indent="-229172" algn="l" defTabSz="916686" rtl="0" eaLnBrk="1" latinLnBrk="0" hangingPunct="1">
        <a:spcBef>
          <a:spcPct val="20000"/>
        </a:spcBef>
        <a:buClr>
          <a:schemeClr val="tx2"/>
        </a:buClr>
        <a:buFont typeface="Arial" pitchFamily="34" charset="0"/>
        <a:buChar char="»"/>
        <a:defRPr sz="1404" kern="1200">
          <a:solidFill>
            <a:schemeClr val="tx1"/>
          </a:solidFill>
          <a:latin typeface="Arial" pitchFamily="34" charset="0"/>
          <a:ea typeface="+mn-ea"/>
          <a:cs typeface="Arial" pitchFamily="34" charset="0"/>
        </a:defRPr>
      </a:lvl5pPr>
      <a:lvl6pPr marL="2520887" indent="-229172" algn="l" defTabSz="916686" rtl="0" eaLnBrk="1" latinLnBrk="0" hangingPunct="1">
        <a:spcBef>
          <a:spcPct val="20000"/>
        </a:spcBef>
        <a:buFont typeface="Arial" pitchFamily="34" charset="0"/>
        <a:buChar char="•"/>
        <a:defRPr sz="2005" kern="1200">
          <a:solidFill>
            <a:schemeClr val="tx1"/>
          </a:solidFill>
          <a:latin typeface="+mn-lt"/>
          <a:ea typeface="+mn-ea"/>
          <a:cs typeface="+mn-cs"/>
        </a:defRPr>
      </a:lvl6pPr>
      <a:lvl7pPr marL="2979230" indent="-229172" algn="l" defTabSz="916686" rtl="0" eaLnBrk="1" latinLnBrk="0" hangingPunct="1">
        <a:spcBef>
          <a:spcPct val="20000"/>
        </a:spcBef>
        <a:buFont typeface="Arial" pitchFamily="34" charset="0"/>
        <a:buChar char="•"/>
        <a:defRPr sz="2005" kern="1200">
          <a:solidFill>
            <a:schemeClr val="tx1"/>
          </a:solidFill>
          <a:latin typeface="+mn-lt"/>
          <a:ea typeface="+mn-ea"/>
          <a:cs typeface="+mn-cs"/>
        </a:defRPr>
      </a:lvl7pPr>
      <a:lvl8pPr marL="3437573" indent="-229172" algn="l" defTabSz="916686" rtl="0" eaLnBrk="1" latinLnBrk="0" hangingPunct="1">
        <a:spcBef>
          <a:spcPct val="20000"/>
        </a:spcBef>
        <a:buFont typeface="Arial" pitchFamily="34" charset="0"/>
        <a:buChar char="•"/>
        <a:defRPr sz="2005" kern="1200">
          <a:solidFill>
            <a:schemeClr val="tx1"/>
          </a:solidFill>
          <a:latin typeface="+mn-lt"/>
          <a:ea typeface="+mn-ea"/>
          <a:cs typeface="+mn-cs"/>
        </a:defRPr>
      </a:lvl8pPr>
      <a:lvl9pPr marL="3895916" indent="-229172" algn="l" defTabSz="916686" rtl="0" eaLnBrk="1" latinLnBrk="0" hangingPunct="1">
        <a:spcBef>
          <a:spcPct val="20000"/>
        </a:spcBef>
        <a:buFont typeface="Arial" pitchFamily="34" charset="0"/>
        <a:buChar char="•"/>
        <a:defRPr sz="2005" kern="1200">
          <a:solidFill>
            <a:schemeClr val="tx1"/>
          </a:solidFill>
          <a:latin typeface="+mn-lt"/>
          <a:ea typeface="+mn-ea"/>
          <a:cs typeface="+mn-cs"/>
        </a:defRPr>
      </a:lvl9pPr>
    </p:bodyStyle>
    <p:otherStyle>
      <a:defPPr>
        <a:defRPr lang="en-US"/>
      </a:defPPr>
      <a:lvl1pPr marL="0" algn="l" defTabSz="916686" rtl="0" eaLnBrk="1" latinLnBrk="0" hangingPunct="1">
        <a:defRPr sz="1805" kern="1200">
          <a:solidFill>
            <a:schemeClr val="tx1"/>
          </a:solidFill>
          <a:latin typeface="+mn-lt"/>
          <a:ea typeface="+mn-ea"/>
          <a:cs typeface="+mn-cs"/>
        </a:defRPr>
      </a:lvl1pPr>
      <a:lvl2pPr marL="458343" algn="l" defTabSz="916686" rtl="0" eaLnBrk="1" latinLnBrk="0" hangingPunct="1">
        <a:defRPr sz="1805" kern="1200">
          <a:solidFill>
            <a:schemeClr val="tx1"/>
          </a:solidFill>
          <a:latin typeface="+mn-lt"/>
          <a:ea typeface="+mn-ea"/>
          <a:cs typeface="+mn-cs"/>
        </a:defRPr>
      </a:lvl2pPr>
      <a:lvl3pPr marL="916686" algn="l" defTabSz="916686" rtl="0" eaLnBrk="1" latinLnBrk="0" hangingPunct="1">
        <a:defRPr sz="1805" kern="1200">
          <a:solidFill>
            <a:schemeClr val="tx1"/>
          </a:solidFill>
          <a:latin typeface="+mn-lt"/>
          <a:ea typeface="+mn-ea"/>
          <a:cs typeface="+mn-cs"/>
        </a:defRPr>
      </a:lvl3pPr>
      <a:lvl4pPr marL="1375029" algn="l" defTabSz="916686" rtl="0" eaLnBrk="1" latinLnBrk="0" hangingPunct="1">
        <a:defRPr sz="1805" kern="1200">
          <a:solidFill>
            <a:schemeClr val="tx1"/>
          </a:solidFill>
          <a:latin typeface="+mn-lt"/>
          <a:ea typeface="+mn-ea"/>
          <a:cs typeface="+mn-cs"/>
        </a:defRPr>
      </a:lvl4pPr>
      <a:lvl5pPr marL="1833372" algn="l" defTabSz="916686" rtl="0" eaLnBrk="1" latinLnBrk="0" hangingPunct="1">
        <a:defRPr sz="1805" kern="1200">
          <a:solidFill>
            <a:schemeClr val="tx1"/>
          </a:solidFill>
          <a:latin typeface="+mn-lt"/>
          <a:ea typeface="+mn-ea"/>
          <a:cs typeface="+mn-cs"/>
        </a:defRPr>
      </a:lvl5pPr>
      <a:lvl6pPr marL="2291715" algn="l" defTabSz="916686" rtl="0" eaLnBrk="1" latinLnBrk="0" hangingPunct="1">
        <a:defRPr sz="1805" kern="1200">
          <a:solidFill>
            <a:schemeClr val="tx1"/>
          </a:solidFill>
          <a:latin typeface="+mn-lt"/>
          <a:ea typeface="+mn-ea"/>
          <a:cs typeface="+mn-cs"/>
        </a:defRPr>
      </a:lvl6pPr>
      <a:lvl7pPr marL="2750058" algn="l" defTabSz="916686" rtl="0" eaLnBrk="1" latinLnBrk="0" hangingPunct="1">
        <a:defRPr sz="1805" kern="1200">
          <a:solidFill>
            <a:schemeClr val="tx1"/>
          </a:solidFill>
          <a:latin typeface="+mn-lt"/>
          <a:ea typeface="+mn-ea"/>
          <a:cs typeface="+mn-cs"/>
        </a:defRPr>
      </a:lvl7pPr>
      <a:lvl8pPr marL="3208401" algn="l" defTabSz="916686" rtl="0" eaLnBrk="1" latinLnBrk="0" hangingPunct="1">
        <a:defRPr sz="1805" kern="1200">
          <a:solidFill>
            <a:schemeClr val="tx1"/>
          </a:solidFill>
          <a:latin typeface="+mn-lt"/>
          <a:ea typeface="+mn-ea"/>
          <a:cs typeface="+mn-cs"/>
        </a:defRPr>
      </a:lvl8pPr>
      <a:lvl9pPr marL="3666744" algn="l" defTabSz="916686" rtl="0" eaLnBrk="1" latinLnBrk="0" hangingPunct="1">
        <a:defRPr sz="1805"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2" y="457200"/>
            <a:ext cx="10769600" cy="990600"/>
          </a:xfrm>
          <a:prstGeom prst="rect">
            <a:avLst/>
          </a:prstGeom>
        </p:spPr>
        <p:txBody>
          <a:bodyPr vert="horz" lIns="91440" tIns="45720" rIns="91440" bIns="45720" rtlCol="0" anchor="t" anchorCtr="0">
            <a:noAutofit/>
          </a:bodyPr>
          <a:lstStyle/>
          <a:p>
            <a:r>
              <a:rPr lang="en-US"/>
              <a:t>Click to edit Master title style</a:t>
            </a:r>
          </a:p>
        </p:txBody>
      </p:sp>
      <p:sp>
        <p:nvSpPr>
          <p:cNvPr id="3" name="Text Placeholder 2"/>
          <p:cNvSpPr>
            <a:spLocks noGrp="1"/>
          </p:cNvSpPr>
          <p:nvPr>
            <p:ph type="body" idx="1"/>
          </p:nvPr>
        </p:nvSpPr>
        <p:spPr>
          <a:xfrm>
            <a:off x="609602" y="1600200"/>
            <a:ext cx="10769600" cy="4648200"/>
          </a:xfrm>
          <a:prstGeom prst="rect">
            <a:avLst/>
          </a:prstGeom>
        </p:spPr>
        <p:txBody>
          <a:bodyPr vert="horz" lIns="91440" tIns="45720" rIns="91440" bIns="45720" rtlCol="0">
            <a:noAutofit/>
          </a:bodyPr>
          <a:lstStyle/>
          <a:p>
            <a:pPr lvl="0"/>
            <a:r>
              <a:rPr lang="en-US"/>
              <a:t>Click to edit Master text styles</a:t>
            </a:r>
          </a:p>
          <a:p>
            <a:pPr lvl="1"/>
            <a:r>
              <a:rPr lang="en-US"/>
              <a:t>Second level</a:t>
            </a:r>
          </a:p>
          <a:p>
            <a:pPr lvl="2"/>
            <a:r>
              <a:rPr lang="en-US"/>
              <a:t>Third level</a:t>
            </a:r>
          </a:p>
        </p:txBody>
      </p:sp>
      <p:sp>
        <p:nvSpPr>
          <p:cNvPr id="8" name="Rectangle 7"/>
          <p:cNvSpPr/>
          <p:nvPr/>
        </p:nvSpPr>
        <p:spPr>
          <a:xfrm>
            <a:off x="11582400" y="6484954"/>
            <a:ext cx="609600" cy="381001"/>
          </a:xfrm>
          <a:prstGeom prst="rect">
            <a:avLst/>
          </a:prstGeom>
          <a:noFill/>
          <a:ln w="12700">
            <a:noFill/>
          </a:ln>
        </p:spPr>
        <p:txBody>
          <a:bodyPr wrap="square" anchor="ctr">
            <a:noAutofit/>
          </a:bodyPr>
          <a:lstStyle/>
          <a:p>
            <a:pPr algn="ctr"/>
            <a:fld id="{47FBD1EF-0801-4063-B668-C71608ACC70F}" type="slidenum">
              <a:rPr kumimoji="0" lang="en-US" sz="1203" b="1" i="0" u="none" strike="noStrike" kern="1200" cap="none" spc="0" normalizeH="0" baseline="0" noProof="0" smtClean="0">
                <a:ln>
                  <a:noFill/>
                </a:ln>
                <a:solidFill>
                  <a:schemeClr val="tx2"/>
                </a:solidFill>
                <a:effectLst/>
                <a:uLnTx/>
                <a:uFillTx/>
                <a:latin typeface="Arial" pitchFamily="34" charset="0"/>
                <a:ea typeface="+mn-ea"/>
                <a:cs typeface="Arial" pitchFamily="34" charset="0"/>
              </a:rPr>
              <a:pPr algn="ctr"/>
              <a:t>‹#›</a:t>
            </a:fld>
            <a:endParaRPr lang="en-US" sz="1203" b="1">
              <a:solidFill>
                <a:schemeClr val="tx2"/>
              </a:solidFill>
            </a:endParaRPr>
          </a:p>
        </p:txBody>
      </p:sp>
      <p:pic>
        <p:nvPicPr>
          <p:cNvPr id="12" name="Picture 11" descr="logo647.png"/>
          <p:cNvPicPr>
            <a:picLocks noChangeAspect="1"/>
          </p:cNvPicPr>
          <p:nvPr/>
        </p:nvPicPr>
        <p:blipFill>
          <a:blip r:embed="rId10" cstate="print"/>
          <a:stretch>
            <a:fillRect/>
          </a:stretch>
        </p:blipFill>
        <p:spPr>
          <a:xfrm>
            <a:off x="10679339" y="23675"/>
            <a:ext cx="1327516" cy="360269"/>
          </a:xfrm>
          <a:prstGeom prst="rect">
            <a:avLst/>
          </a:prstGeom>
          <a:noFill/>
          <a:ln>
            <a:noFill/>
          </a:ln>
        </p:spPr>
      </p:pic>
      <p:cxnSp>
        <p:nvCxnSpPr>
          <p:cNvPr id="13" name="Straight Connector 11"/>
          <p:cNvCxnSpPr/>
          <p:nvPr/>
        </p:nvCxnSpPr>
        <p:spPr>
          <a:xfrm rot="10800000" flipV="1">
            <a:off x="229170" y="176521"/>
            <a:ext cx="10297392" cy="211602"/>
          </a:xfrm>
          <a:prstGeom prst="bentConnector3">
            <a:avLst>
              <a:gd name="adj1" fmla="val 100013"/>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91D551A7-51AD-48F4-A163-B9E0A087EF2B}"/>
              </a:ext>
            </a:extLst>
          </p:cNvPr>
          <p:cNvSpPr txBox="1"/>
          <p:nvPr/>
        </p:nvSpPr>
        <p:spPr>
          <a:xfrm>
            <a:off x="8839200" y="6450568"/>
            <a:ext cx="2933700" cy="369332"/>
          </a:xfrm>
          <a:prstGeom prst="rect">
            <a:avLst/>
          </a:prstGeom>
          <a:noFill/>
        </p:spPr>
        <p:txBody>
          <a:bodyPr wrap="square" rtlCol="0">
            <a:spAutoFit/>
          </a:bodyPr>
          <a:lstStyle/>
          <a:p>
            <a:pPr algn="ctr"/>
            <a:r>
              <a:rPr lang="en-US" sz="1800">
                <a:solidFill>
                  <a:schemeClr val="tx2"/>
                </a:solidFill>
                <a:latin typeface="Arial" pitchFamily="34" charset="0"/>
                <a:cs typeface="Arial" pitchFamily="34" charset="0"/>
              </a:rPr>
              <a:t>MathWorks Confidential</a:t>
            </a:r>
          </a:p>
        </p:txBody>
      </p:sp>
    </p:spTree>
    <p:extLst>
      <p:ext uri="{BB962C8B-B14F-4D97-AF65-F5344CB8AC3E}">
        <p14:creationId xmlns:p14="http://schemas.microsoft.com/office/powerpoint/2010/main" val="1610804891"/>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Lst>
  <p:hf hdr="0" ftr="0" dt="0"/>
  <p:txStyles>
    <p:titleStyle>
      <a:lvl1pPr algn="l" defTabSz="916680" rtl="0" eaLnBrk="1" latinLnBrk="0" hangingPunct="1">
        <a:spcBef>
          <a:spcPct val="0"/>
        </a:spcBef>
        <a:buNone/>
        <a:defRPr sz="2807" b="1" kern="1200">
          <a:solidFill>
            <a:schemeClr val="tx2"/>
          </a:solidFill>
          <a:latin typeface="Arial" pitchFamily="34" charset="0"/>
          <a:ea typeface="+mj-ea"/>
          <a:cs typeface="Arial" pitchFamily="34" charset="0"/>
        </a:defRPr>
      </a:lvl1pPr>
    </p:titleStyle>
    <p:bodyStyle>
      <a:lvl1pPr marL="343755" indent="-343755" algn="l" defTabSz="916680" rtl="0" eaLnBrk="1" latinLnBrk="0" hangingPunct="1">
        <a:spcBef>
          <a:spcPct val="20000"/>
        </a:spcBef>
        <a:buClr>
          <a:schemeClr val="tx2"/>
        </a:buClr>
        <a:buSzPct val="75000"/>
        <a:buFont typeface="Wingdings" pitchFamily="2" charset="2"/>
        <a:buChar char="§"/>
        <a:defRPr sz="2406" kern="1200">
          <a:solidFill>
            <a:schemeClr val="tx1"/>
          </a:solidFill>
          <a:latin typeface="Arial" pitchFamily="34" charset="0"/>
          <a:ea typeface="+mn-ea"/>
          <a:cs typeface="Arial" pitchFamily="34" charset="0"/>
        </a:defRPr>
      </a:lvl1pPr>
      <a:lvl2pPr marL="744802" indent="-286462" algn="l" defTabSz="916680" rtl="0" eaLnBrk="1" latinLnBrk="0" hangingPunct="1">
        <a:spcBef>
          <a:spcPct val="20000"/>
        </a:spcBef>
        <a:buClr>
          <a:schemeClr val="tx2"/>
        </a:buClr>
        <a:buFont typeface="Arial" pitchFamily="34" charset="0"/>
        <a:buChar char="–"/>
        <a:defRPr sz="2005" kern="1200">
          <a:solidFill>
            <a:schemeClr val="tx1"/>
          </a:solidFill>
          <a:latin typeface="Arial" pitchFamily="34" charset="0"/>
          <a:ea typeface="+mn-ea"/>
          <a:cs typeface="Arial" pitchFamily="34" charset="0"/>
        </a:defRPr>
      </a:lvl2pPr>
      <a:lvl3pPr marL="1145850" indent="-229170" algn="l" defTabSz="916680" rtl="0" eaLnBrk="1" latinLnBrk="0" hangingPunct="1">
        <a:spcBef>
          <a:spcPct val="20000"/>
        </a:spcBef>
        <a:buClr>
          <a:schemeClr val="tx2"/>
        </a:buClr>
        <a:buSzPct val="75000"/>
        <a:buFont typeface="Wingdings" pitchFamily="2" charset="2"/>
        <a:buChar char="§"/>
        <a:defRPr sz="1604" kern="1200">
          <a:solidFill>
            <a:schemeClr val="tx1"/>
          </a:solidFill>
          <a:latin typeface="Arial" pitchFamily="34" charset="0"/>
          <a:ea typeface="+mn-ea"/>
          <a:cs typeface="Arial" pitchFamily="34" charset="0"/>
        </a:defRPr>
      </a:lvl3pPr>
      <a:lvl4pPr marL="1604190" indent="-229170" algn="l" defTabSz="916680" rtl="0" eaLnBrk="1" latinLnBrk="0" hangingPunct="1">
        <a:spcBef>
          <a:spcPct val="20000"/>
        </a:spcBef>
        <a:buFont typeface="Arial" pitchFamily="34" charset="0"/>
        <a:buNone/>
        <a:defRPr sz="1604" kern="1200">
          <a:solidFill>
            <a:schemeClr val="tx1"/>
          </a:solidFill>
          <a:latin typeface="Arial" pitchFamily="34" charset="0"/>
          <a:ea typeface="+mn-ea"/>
          <a:cs typeface="Arial" pitchFamily="34" charset="0"/>
        </a:defRPr>
      </a:lvl4pPr>
      <a:lvl5pPr marL="2062531" indent="-229170" algn="l" defTabSz="916680" rtl="0" eaLnBrk="1" latinLnBrk="0" hangingPunct="1">
        <a:spcBef>
          <a:spcPct val="20000"/>
        </a:spcBef>
        <a:buClr>
          <a:schemeClr val="tx2"/>
        </a:buClr>
        <a:buFont typeface="Arial" pitchFamily="34" charset="0"/>
        <a:buChar char="»"/>
        <a:defRPr sz="1404" kern="1200">
          <a:solidFill>
            <a:schemeClr val="tx1"/>
          </a:solidFill>
          <a:latin typeface="Arial" pitchFamily="34" charset="0"/>
          <a:ea typeface="+mn-ea"/>
          <a:cs typeface="Arial" pitchFamily="34" charset="0"/>
        </a:defRPr>
      </a:lvl5pPr>
      <a:lvl6pPr marL="2520871" indent="-229170" algn="l" defTabSz="916680" rtl="0" eaLnBrk="1" latinLnBrk="0" hangingPunct="1">
        <a:spcBef>
          <a:spcPct val="20000"/>
        </a:spcBef>
        <a:buFont typeface="Arial" pitchFamily="34" charset="0"/>
        <a:buChar char="•"/>
        <a:defRPr sz="2005" kern="1200">
          <a:solidFill>
            <a:schemeClr val="tx1"/>
          </a:solidFill>
          <a:latin typeface="+mn-lt"/>
          <a:ea typeface="+mn-ea"/>
          <a:cs typeface="+mn-cs"/>
        </a:defRPr>
      </a:lvl6pPr>
      <a:lvl7pPr marL="2979211" indent="-229170" algn="l" defTabSz="916680" rtl="0" eaLnBrk="1" latinLnBrk="0" hangingPunct="1">
        <a:spcBef>
          <a:spcPct val="20000"/>
        </a:spcBef>
        <a:buFont typeface="Arial" pitchFamily="34" charset="0"/>
        <a:buChar char="•"/>
        <a:defRPr sz="2005" kern="1200">
          <a:solidFill>
            <a:schemeClr val="tx1"/>
          </a:solidFill>
          <a:latin typeface="+mn-lt"/>
          <a:ea typeface="+mn-ea"/>
          <a:cs typeface="+mn-cs"/>
        </a:defRPr>
      </a:lvl7pPr>
      <a:lvl8pPr marL="3437551" indent="-229170" algn="l" defTabSz="916680" rtl="0" eaLnBrk="1" latinLnBrk="0" hangingPunct="1">
        <a:spcBef>
          <a:spcPct val="20000"/>
        </a:spcBef>
        <a:buFont typeface="Arial" pitchFamily="34" charset="0"/>
        <a:buChar char="•"/>
        <a:defRPr sz="2005" kern="1200">
          <a:solidFill>
            <a:schemeClr val="tx1"/>
          </a:solidFill>
          <a:latin typeface="+mn-lt"/>
          <a:ea typeface="+mn-ea"/>
          <a:cs typeface="+mn-cs"/>
        </a:defRPr>
      </a:lvl8pPr>
      <a:lvl9pPr marL="3895891" indent="-229170" algn="l" defTabSz="916680" rtl="0" eaLnBrk="1" latinLnBrk="0" hangingPunct="1">
        <a:spcBef>
          <a:spcPct val="20000"/>
        </a:spcBef>
        <a:buFont typeface="Arial" pitchFamily="34" charset="0"/>
        <a:buChar char="•"/>
        <a:defRPr sz="2005" kern="1200">
          <a:solidFill>
            <a:schemeClr val="tx1"/>
          </a:solidFill>
          <a:latin typeface="+mn-lt"/>
          <a:ea typeface="+mn-ea"/>
          <a:cs typeface="+mn-cs"/>
        </a:defRPr>
      </a:lvl9pPr>
    </p:bodyStyle>
    <p:otherStyle>
      <a:defPPr>
        <a:defRPr lang="en-US"/>
      </a:defPPr>
      <a:lvl1pPr marL="0" algn="l" defTabSz="916680" rtl="0" eaLnBrk="1" latinLnBrk="0" hangingPunct="1">
        <a:defRPr sz="1805" kern="1200">
          <a:solidFill>
            <a:schemeClr val="tx1"/>
          </a:solidFill>
          <a:latin typeface="+mn-lt"/>
          <a:ea typeface="+mn-ea"/>
          <a:cs typeface="+mn-cs"/>
        </a:defRPr>
      </a:lvl1pPr>
      <a:lvl2pPr marL="458340" algn="l" defTabSz="916680" rtl="0" eaLnBrk="1" latinLnBrk="0" hangingPunct="1">
        <a:defRPr sz="1805" kern="1200">
          <a:solidFill>
            <a:schemeClr val="tx1"/>
          </a:solidFill>
          <a:latin typeface="+mn-lt"/>
          <a:ea typeface="+mn-ea"/>
          <a:cs typeface="+mn-cs"/>
        </a:defRPr>
      </a:lvl2pPr>
      <a:lvl3pPr marL="916680" algn="l" defTabSz="916680" rtl="0" eaLnBrk="1" latinLnBrk="0" hangingPunct="1">
        <a:defRPr sz="1805" kern="1200">
          <a:solidFill>
            <a:schemeClr val="tx1"/>
          </a:solidFill>
          <a:latin typeface="+mn-lt"/>
          <a:ea typeface="+mn-ea"/>
          <a:cs typeface="+mn-cs"/>
        </a:defRPr>
      </a:lvl3pPr>
      <a:lvl4pPr marL="1375020" algn="l" defTabSz="916680" rtl="0" eaLnBrk="1" latinLnBrk="0" hangingPunct="1">
        <a:defRPr sz="1805" kern="1200">
          <a:solidFill>
            <a:schemeClr val="tx1"/>
          </a:solidFill>
          <a:latin typeface="+mn-lt"/>
          <a:ea typeface="+mn-ea"/>
          <a:cs typeface="+mn-cs"/>
        </a:defRPr>
      </a:lvl4pPr>
      <a:lvl5pPr marL="1833361" algn="l" defTabSz="916680" rtl="0" eaLnBrk="1" latinLnBrk="0" hangingPunct="1">
        <a:defRPr sz="1805" kern="1200">
          <a:solidFill>
            <a:schemeClr val="tx1"/>
          </a:solidFill>
          <a:latin typeface="+mn-lt"/>
          <a:ea typeface="+mn-ea"/>
          <a:cs typeface="+mn-cs"/>
        </a:defRPr>
      </a:lvl5pPr>
      <a:lvl6pPr marL="2291701" algn="l" defTabSz="916680" rtl="0" eaLnBrk="1" latinLnBrk="0" hangingPunct="1">
        <a:defRPr sz="1805" kern="1200">
          <a:solidFill>
            <a:schemeClr val="tx1"/>
          </a:solidFill>
          <a:latin typeface="+mn-lt"/>
          <a:ea typeface="+mn-ea"/>
          <a:cs typeface="+mn-cs"/>
        </a:defRPr>
      </a:lvl6pPr>
      <a:lvl7pPr marL="2750041" algn="l" defTabSz="916680" rtl="0" eaLnBrk="1" latinLnBrk="0" hangingPunct="1">
        <a:defRPr sz="1805" kern="1200">
          <a:solidFill>
            <a:schemeClr val="tx1"/>
          </a:solidFill>
          <a:latin typeface="+mn-lt"/>
          <a:ea typeface="+mn-ea"/>
          <a:cs typeface="+mn-cs"/>
        </a:defRPr>
      </a:lvl7pPr>
      <a:lvl8pPr marL="3208381" algn="l" defTabSz="916680" rtl="0" eaLnBrk="1" latinLnBrk="0" hangingPunct="1">
        <a:defRPr sz="1805" kern="1200">
          <a:solidFill>
            <a:schemeClr val="tx1"/>
          </a:solidFill>
          <a:latin typeface="+mn-lt"/>
          <a:ea typeface="+mn-ea"/>
          <a:cs typeface="+mn-cs"/>
        </a:defRPr>
      </a:lvl8pPr>
      <a:lvl9pPr marL="3666721" algn="l" defTabSz="916680" rtl="0" eaLnBrk="1" latinLnBrk="0" hangingPunct="1">
        <a:defRPr sz="1805"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cNvSpPr>
            <a:spLocks noGrp="1"/>
          </p:cNvSpPr>
          <p:nvPr>
            <p:ph type="title"/>
          </p:nvPr>
        </p:nvSpPr>
        <p:spPr>
          <a:xfrm>
            <a:off x="609602" y="457200"/>
            <a:ext cx="10769600" cy="990600"/>
          </a:xfrm>
          <a:prstGeom prst="rect">
            <a:avLst/>
          </a:prstGeom>
        </p:spPr>
        <p:txBody>
          <a:bodyPr vert="horz" lIns="91440" tIns="45720" rIns="91440" bIns="45720" rtlCol="0" anchor="t" anchorCtr="0">
            <a:noAutofit/>
          </a:bodyPr>
          <a:lstStyle/>
          <a:p>
            <a:r>
              <a:rPr lang="en-US"/>
              <a:t>Click to edit Master title style</a:t>
            </a:r>
          </a:p>
        </p:txBody>
      </p:sp>
      <p:sp>
        <p:nvSpPr>
          <p:cNvPr id="3" name="Content"/>
          <p:cNvSpPr>
            <a:spLocks noGrp="1"/>
          </p:cNvSpPr>
          <p:nvPr>
            <p:ph type="body" idx="1"/>
          </p:nvPr>
        </p:nvSpPr>
        <p:spPr>
          <a:xfrm>
            <a:off x="609602" y="1600200"/>
            <a:ext cx="10769600" cy="4648200"/>
          </a:xfrm>
          <a:prstGeom prst="rect">
            <a:avLst/>
          </a:prstGeom>
        </p:spPr>
        <p:txBody>
          <a:bodyPr vert="horz" lIns="91440" tIns="45720" rIns="91440" bIns="45720" rtlCol="0">
            <a:noAutofit/>
          </a:bodyPr>
          <a:lstStyle/>
          <a:p>
            <a:pPr lvl="0"/>
            <a:r>
              <a:rPr lang="en-US"/>
              <a:t>Click to edit Master text styles</a:t>
            </a:r>
          </a:p>
          <a:p>
            <a:pPr lvl="1"/>
            <a:r>
              <a:rPr lang="en-US"/>
              <a:t>Second level</a:t>
            </a:r>
          </a:p>
          <a:p>
            <a:pPr lvl="2"/>
            <a:r>
              <a:rPr lang="en-US"/>
              <a:t>Third level</a:t>
            </a:r>
          </a:p>
        </p:txBody>
      </p:sp>
      <p:sp>
        <p:nvSpPr>
          <p:cNvPr id="8" name="SlideNumber"/>
          <p:cNvSpPr/>
          <p:nvPr/>
        </p:nvSpPr>
        <p:spPr>
          <a:xfrm>
            <a:off x="11582400" y="6484954"/>
            <a:ext cx="609600" cy="381001"/>
          </a:xfrm>
          <a:prstGeom prst="rect">
            <a:avLst/>
          </a:prstGeom>
          <a:noFill/>
          <a:ln w="12700">
            <a:noFill/>
          </a:ln>
        </p:spPr>
        <p:txBody>
          <a:bodyPr wrap="square" anchor="ctr">
            <a:noAutofit/>
          </a:bodyPr>
          <a:lstStyle/>
          <a:p>
            <a:pPr algn="ctr"/>
            <a:fld id="{47FBD1EF-0801-4063-B668-C71608ACC70F}" type="slidenum">
              <a:rPr kumimoji="0" lang="en-US" sz="1203" b="1" i="0" u="none" strike="noStrike" kern="1200" cap="none" spc="0" normalizeH="0" baseline="0" noProof="0" smtClean="0">
                <a:ln>
                  <a:noFill/>
                </a:ln>
                <a:solidFill>
                  <a:schemeClr val="tx2"/>
                </a:solidFill>
                <a:effectLst/>
                <a:uLnTx/>
                <a:uFillTx/>
                <a:latin typeface="Arial" pitchFamily="34" charset="0"/>
                <a:ea typeface="+mn-ea"/>
                <a:cs typeface="Arial" pitchFamily="34" charset="0"/>
              </a:rPr>
              <a:pPr algn="ctr"/>
              <a:t>‹#›</a:t>
            </a:fld>
            <a:endParaRPr lang="en-US" sz="1203" b="1">
              <a:solidFill>
                <a:schemeClr val="tx2"/>
              </a:solidFill>
            </a:endParaRPr>
          </a:p>
        </p:txBody>
      </p:sp>
      <p:pic>
        <p:nvPicPr>
          <p:cNvPr id="12" name="Logo" descr="logo647.png"/>
          <p:cNvPicPr>
            <a:picLocks noChangeAspect="1"/>
          </p:cNvPicPr>
          <p:nvPr/>
        </p:nvPicPr>
        <p:blipFill>
          <a:blip r:embed="rId11" cstate="print"/>
          <a:stretch>
            <a:fillRect/>
          </a:stretch>
        </p:blipFill>
        <p:spPr>
          <a:xfrm>
            <a:off x="10679339" y="23675"/>
            <a:ext cx="1327516" cy="360269"/>
          </a:xfrm>
          <a:prstGeom prst="rect">
            <a:avLst/>
          </a:prstGeom>
          <a:noFill/>
          <a:ln>
            <a:noFill/>
          </a:ln>
        </p:spPr>
      </p:pic>
      <p:cxnSp>
        <p:nvCxnSpPr>
          <p:cNvPr id="13" name="Line"/>
          <p:cNvCxnSpPr/>
          <p:nvPr/>
        </p:nvCxnSpPr>
        <p:spPr>
          <a:xfrm rot="10800000" flipV="1">
            <a:off x="229170" y="176521"/>
            <a:ext cx="10297392" cy="211602"/>
          </a:xfrm>
          <a:prstGeom prst="bentConnector3">
            <a:avLst>
              <a:gd name="adj1" fmla="val 100013"/>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83264479"/>
      </p:ext>
    </p:extLst>
  </p:cSld>
  <p:clrMap bg1="lt1" tx1="dk1" bg2="lt2" tx2="dk2" accent1="accent1" accent2="accent2" accent3="accent3" accent4="accent4" accent5="accent5" accent6="accent6" hlink="hlink" folHlink="folHlink"/>
  <p:sldLayoutIdLst>
    <p:sldLayoutId id="2147483694" r:id="rId1"/>
    <p:sldLayoutId id="2147483695" r:id="rId2"/>
    <p:sldLayoutId id="2147483696" r:id="rId3"/>
    <p:sldLayoutId id="2147483697" r:id="rId4"/>
    <p:sldLayoutId id="2147483698" r:id="rId5"/>
    <p:sldLayoutId id="2147483699" r:id="rId6"/>
    <p:sldLayoutId id="2147483700" r:id="rId7"/>
    <p:sldLayoutId id="2147483701" r:id="rId8"/>
    <p:sldLayoutId id="2147483702" r:id="rId9"/>
  </p:sldLayoutIdLst>
  <p:hf hdr="0" ftr="0" dt="0"/>
  <p:txStyles>
    <p:titleStyle>
      <a:lvl1pPr algn="l" defTabSz="916680" rtl="0" eaLnBrk="1" latinLnBrk="0" hangingPunct="1">
        <a:spcBef>
          <a:spcPct val="0"/>
        </a:spcBef>
        <a:buNone/>
        <a:defRPr sz="2800" b="0" kern="1200">
          <a:solidFill>
            <a:schemeClr val="tx2"/>
          </a:solidFill>
          <a:latin typeface="Arial" pitchFamily="34" charset="0"/>
          <a:ea typeface="+mj-ea"/>
          <a:cs typeface="Arial" pitchFamily="34" charset="0"/>
        </a:defRPr>
      </a:lvl1pPr>
    </p:titleStyle>
    <p:bodyStyle>
      <a:lvl1pPr marL="343755" indent="-343755" algn="l" defTabSz="916680" rtl="0" eaLnBrk="1" latinLnBrk="0" hangingPunct="1">
        <a:spcBef>
          <a:spcPct val="20000"/>
        </a:spcBef>
        <a:buClr>
          <a:schemeClr val="tx2"/>
        </a:buClr>
        <a:buSzPct val="75000"/>
        <a:buFont typeface="Wingdings" pitchFamily="2" charset="2"/>
        <a:buChar char="§"/>
        <a:defRPr sz="2400" kern="1200">
          <a:solidFill>
            <a:schemeClr val="tx1"/>
          </a:solidFill>
          <a:latin typeface="Arial" pitchFamily="34" charset="0"/>
          <a:ea typeface="+mn-ea"/>
          <a:cs typeface="Arial" pitchFamily="34" charset="0"/>
        </a:defRPr>
      </a:lvl1pPr>
      <a:lvl2pPr marL="744802" indent="-286462" algn="l" defTabSz="916680" rtl="0" eaLnBrk="1" latinLnBrk="0" hangingPunct="1">
        <a:spcBef>
          <a:spcPct val="20000"/>
        </a:spcBef>
        <a:buClr>
          <a:schemeClr val="tx2"/>
        </a:buClr>
        <a:buFont typeface="Arial" pitchFamily="34" charset="0"/>
        <a:buChar char="–"/>
        <a:defRPr sz="2000" kern="1200">
          <a:solidFill>
            <a:schemeClr val="tx1"/>
          </a:solidFill>
          <a:latin typeface="Arial" pitchFamily="34" charset="0"/>
          <a:ea typeface="+mn-ea"/>
          <a:cs typeface="Arial" pitchFamily="34" charset="0"/>
        </a:defRPr>
      </a:lvl2pPr>
      <a:lvl3pPr marL="1145850" indent="-229170" algn="l" defTabSz="916680" rtl="0" eaLnBrk="1" latinLnBrk="0" hangingPunct="1">
        <a:spcBef>
          <a:spcPct val="20000"/>
        </a:spcBef>
        <a:buClr>
          <a:schemeClr val="tx2"/>
        </a:buClr>
        <a:buSzPct val="75000"/>
        <a:buFont typeface="Wingdings" pitchFamily="2" charset="2"/>
        <a:buChar char="§"/>
        <a:defRPr sz="1604" kern="1200">
          <a:solidFill>
            <a:schemeClr val="tx1"/>
          </a:solidFill>
          <a:latin typeface="Arial" pitchFamily="34" charset="0"/>
          <a:ea typeface="+mn-ea"/>
          <a:cs typeface="Arial" pitchFamily="34" charset="0"/>
        </a:defRPr>
      </a:lvl3pPr>
      <a:lvl4pPr marL="1604190" indent="-229170" algn="l" defTabSz="916680" rtl="0" eaLnBrk="1" latinLnBrk="0" hangingPunct="1">
        <a:spcBef>
          <a:spcPct val="20000"/>
        </a:spcBef>
        <a:buFont typeface="Arial" pitchFamily="34" charset="0"/>
        <a:buNone/>
        <a:defRPr sz="1604" kern="1200">
          <a:solidFill>
            <a:schemeClr val="tx1"/>
          </a:solidFill>
          <a:latin typeface="Arial" pitchFamily="34" charset="0"/>
          <a:ea typeface="+mn-ea"/>
          <a:cs typeface="Arial" pitchFamily="34" charset="0"/>
        </a:defRPr>
      </a:lvl4pPr>
      <a:lvl5pPr marL="2062531" indent="-229170" algn="l" defTabSz="916680" rtl="0" eaLnBrk="1" latinLnBrk="0" hangingPunct="1">
        <a:spcBef>
          <a:spcPct val="20000"/>
        </a:spcBef>
        <a:buClr>
          <a:schemeClr val="tx2"/>
        </a:buClr>
        <a:buFont typeface="Arial" pitchFamily="34" charset="0"/>
        <a:buChar char="»"/>
        <a:defRPr sz="1404" kern="1200">
          <a:solidFill>
            <a:schemeClr val="tx1"/>
          </a:solidFill>
          <a:latin typeface="Arial" pitchFamily="34" charset="0"/>
          <a:ea typeface="+mn-ea"/>
          <a:cs typeface="Arial" pitchFamily="34" charset="0"/>
        </a:defRPr>
      </a:lvl5pPr>
      <a:lvl6pPr marL="2520871" indent="-229170" algn="l" defTabSz="916680" rtl="0" eaLnBrk="1" latinLnBrk="0" hangingPunct="1">
        <a:spcBef>
          <a:spcPct val="20000"/>
        </a:spcBef>
        <a:buFont typeface="Arial" pitchFamily="34" charset="0"/>
        <a:buChar char="•"/>
        <a:defRPr sz="2005" kern="1200">
          <a:solidFill>
            <a:schemeClr val="tx1"/>
          </a:solidFill>
          <a:latin typeface="+mn-lt"/>
          <a:ea typeface="+mn-ea"/>
          <a:cs typeface="+mn-cs"/>
        </a:defRPr>
      </a:lvl6pPr>
      <a:lvl7pPr marL="2979211" indent="-229170" algn="l" defTabSz="916680" rtl="0" eaLnBrk="1" latinLnBrk="0" hangingPunct="1">
        <a:spcBef>
          <a:spcPct val="20000"/>
        </a:spcBef>
        <a:buFont typeface="Arial" pitchFamily="34" charset="0"/>
        <a:buChar char="•"/>
        <a:defRPr sz="2005" kern="1200">
          <a:solidFill>
            <a:schemeClr val="tx1"/>
          </a:solidFill>
          <a:latin typeface="+mn-lt"/>
          <a:ea typeface="+mn-ea"/>
          <a:cs typeface="+mn-cs"/>
        </a:defRPr>
      </a:lvl7pPr>
      <a:lvl8pPr marL="3437551" indent="-229170" algn="l" defTabSz="916680" rtl="0" eaLnBrk="1" latinLnBrk="0" hangingPunct="1">
        <a:spcBef>
          <a:spcPct val="20000"/>
        </a:spcBef>
        <a:buFont typeface="Arial" pitchFamily="34" charset="0"/>
        <a:buChar char="•"/>
        <a:defRPr sz="2005" kern="1200">
          <a:solidFill>
            <a:schemeClr val="tx1"/>
          </a:solidFill>
          <a:latin typeface="+mn-lt"/>
          <a:ea typeface="+mn-ea"/>
          <a:cs typeface="+mn-cs"/>
        </a:defRPr>
      </a:lvl8pPr>
      <a:lvl9pPr marL="3895891" indent="-229170" algn="l" defTabSz="916680" rtl="0" eaLnBrk="1" latinLnBrk="0" hangingPunct="1">
        <a:spcBef>
          <a:spcPct val="20000"/>
        </a:spcBef>
        <a:buFont typeface="Arial" pitchFamily="34" charset="0"/>
        <a:buChar char="•"/>
        <a:defRPr sz="2005" kern="1200">
          <a:solidFill>
            <a:schemeClr val="tx1"/>
          </a:solidFill>
          <a:latin typeface="+mn-lt"/>
          <a:ea typeface="+mn-ea"/>
          <a:cs typeface="+mn-cs"/>
        </a:defRPr>
      </a:lvl9pPr>
    </p:bodyStyle>
    <p:otherStyle>
      <a:defPPr>
        <a:defRPr lang="en-US"/>
      </a:defPPr>
      <a:lvl1pPr marL="0" algn="l" defTabSz="916680" rtl="0" eaLnBrk="1" latinLnBrk="0" hangingPunct="1">
        <a:defRPr sz="1805" kern="1200">
          <a:solidFill>
            <a:schemeClr val="tx1"/>
          </a:solidFill>
          <a:latin typeface="+mn-lt"/>
          <a:ea typeface="+mn-ea"/>
          <a:cs typeface="+mn-cs"/>
        </a:defRPr>
      </a:lvl1pPr>
      <a:lvl2pPr marL="458340" algn="l" defTabSz="916680" rtl="0" eaLnBrk="1" latinLnBrk="0" hangingPunct="1">
        <a:defRPr sz="1805" kern="1200">
          <a:solidFill>
            <a:schemeClr val="tx1"/>
          </a:solidFill>
          <a:latin typeface="+mn-lt"/>
          <a:ea typeface="+mn-ea"/>
          <a:cs typeface="+mn-cs"/>
        </a:defRPr>
      </a:lvl2pPr>
      <a:lvl3pPr marL="916680" algn="l" defTabSz="916680" rtl="0" eaLnBrk="1" latinLnBrk="0" hangingPunct="1">
        <a:defRPr sz="1805" kern="1200">
          <a:solidFill>
            <a:schemeClr val="tx1"/>
          </a:solidFill>
          <a:latin typeface="+mn-lt"/>
          <a:ea typeface="+mn-ea"/>
          <a:cs typeface="+mn-cs"/>
        </a:defRPr>
      </a:lvl3pPr>
      <a:lvl4pPr marL="1375020" algn="l" defTabSz="916680" rtl="0" eaLnBrk="1" latinLnBrk="0" hangingPunct="1">
        <a:defRPr sz="1805" kern="1200">
          <a:solidFill>
            <a:schemeClr val="tx1"/>
          </a:solidFill>
          <a:latin typeface="+mn-lt"/>
          <a:ea typeface="+mn-ea"/>
          <a:cs typeface="+mn-cs"/>
        </a:defRPr>
      </a:lvl4pPr>
      <a:lvl5pPr marL="1833361" algn="l" defTabSz="916680" rtl="0" eaLnBrk="1" latinLnBrk="0" hangingPunct="1">
        <a:defRPr sz="1805" kern="1200">
          <a:solidFill>
            <a:schemeClr val="tx1"/>
          </a:solidFill>
          <a:latin typeface="+mn-lt"/>
          <a:ea typeface="+mn-ea"/>
          <a:cs typeface="+mn-cs"/>
        </a:defRPr>
      </a:lvl5pPr>
      <a:lvl6pPr marL="2291701" algn="l" defTabSz="916680" rtl="0" eaLnBrk="1" latinLnBrk="0" hangingPunct="1">
        <a:defRPr sz="1805" kern="1200">
          <a:solidFill>
            <a:schemeClr val="tx1"/>
          </a:solidFill>
          <a:latin typeface="+mn-lt"/>
          <a:ea typeface="+mn-ea"/>
          <a:cs typeface="+mn-cs"/>
        </a:defRPr>
      </a:lvl6pPr>
      <a:lvl7pPr marL="2750041" algn="l" defTabSz="916680" rtl="0" eaLnBrk="1" latinLnBrk="0" hangingPunct="1">
        <a:defRPr sz="1805" kern="1200">
          <a:solidFill>
            <a:schemeClr val="tx1"/>
          </a:solidFill>
          <a:latin typeface="+mn-lt"/>
          <a:ea typeface="+mn-ea"/>
          <a:cs typeface="+mn-cs"/>
        </a:defRPr>
      </a:lvl7pPr>
      <a:lvl8pPr marL="3208381" algn="l" defTabSz="916680" rtl="0" eaLnBrk="1" latinLnBrk="0" hangingPunct="1">
        <a:defRPr sz="1805" kern="1200">
          <a:solidFill>
            <a:schemeClr val="tx1"/>
          </a:solidFill>
          <a:latin typeface="+mn-lt"/>
          <a:ea typeface="+mn-ea"/>
          <a:cs typeface="+mn-cs"/>
        </a:defRPr>
      </a:lvl8pPr>
      <a:lvl9pPr marL="3666721" algn="l" defTabSz="916680" rtl="0" eaLnBrk="1" latinLnBrk="0" hangingPunct="1">
        <a:defRPr sz="1805"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2" descr="A picture containing flying, outdoor object&#10;&#10;Description automatically generated">
            <a:extLst>
              <a:ext uri="{FF2B5EF4-FFF2-40B4-BE49-F238E27FC236}">
                <a16:creationId xmlns:a16="http://schemas.microsoft.com/office/drawing/2014/main" id="{40C3A078-23D4-7A88-5A28-5A71E811D8F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564509" y="1246909"/>
            <a:ext cx="5627491" cy="4924055"/>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AAF151CB-CD87-4DBA-BFB4-F112E2DAE6DD}"/>
              </a:ext>
            </a:extLst>
          </p:cNvPr>
          <p:cNvSpPr>
            <a:spLocks noGrp="1"/>
          </p:cNvSpPr>
          <p:nvPr>
            <p:ph type="title"/>
          </p:nvPr>
        </p:nvSpPr>
        <p:spPr/>
        <p:txBody>
          <a:bodyPr/>
          <a:lstStyle/>
          <a:p>
            <a:r>
              <a:rPr lang="en-US" dirty="0"/>
              <a:t>Problem Statement: Predicting Building Energy Consumption</a:t>
            </a:r>
          </a:p>
        </p:txBody>
      </p:sp>
      <p:sp>
        <p:nvSpPr>
          <p:cNvPr id="3" name="Content Placeholder 2">
            <a:extLst>
              <a:ext uri="{FF2B5EF4-FFF2-40B4-BE49-F238E27FC236}">
                <a16:creationId xmlns:a16="http://schemas.microsoft.com/office/drawing/2014/main" id="{94281756-9E6B-434F-8C7C-7B8585AD93C9}"/>
              </a:ext>
            </a:extLst>
          </p:cNvPr>
          <p:cNvSpPr>
            <a:spLocks noGrp="1"/>
          </p:cNvSpPr>
          <p:nvPr>
            <p:ph sz="half" idx="1"/>
          </p:nvPr>
        </p:nvSpPr>
        <p:spPr>
          <a:xfrm>
            <a:off x="609602" y="1720735"/>
            <a:ext cx="6156958" cy="4527664"/>
          </a:xfrm>
        </p:spPr>
        <p:txBody>
          <a:bodyPr vert="horz" lIns="91440" tIns="45720" rIns="91440" bIns="45720" rtlCol="0" anchor="t">
            <a:noAutofit/>
          </a:bodyPr>
          <a:lstStyle/>
          <a:p>
            <a:pPr marL="0" marR="0" indent="0" fontAlgn="base">
              <a:lnSpc>
                <a:spcPct val="115000"/>
              </a:lnSpc>
              <a:spcBef>
                <a:spcPts val="500"/>
              </a:spcBef>
              <a:spcAft>
                <a:spcPts val="1000"/>
              </a:spcAft>
              <a:buNone/>
            </a:pPr>
            <a:r>
              <a:rPr lang="en-US" sz="1800" dirty="0">
                <a:effectLst/>
                <a:latin typeface="Calibri" panose="020F0502020204030204" pitchFamily="34" charset="0"/>
                <a:ea typeface="Times New Roman" panose="02020603050405020304" pitchFamily="18" charset="0"/>
                <a:cs typeface="Calibri" panose="020F0502020204030204" pitchFamily="34" charset="0"/>
              </a:rPr>
              <a:t>        </a:t>
            </a:r>
            <a:r>
              <a:rPr lang="en-US" sz="2000" dirty="0">
                <a:effectLst/>
                <a:latin typeface="Calibri" panose="020F0502020204030204" pitchFamily="34" charset="0"/>
                <a:ea typeface="Times New Roman" panose="02020603050405020304" pitchFamily="18" charset="0"/>
                <a:cs typeface="Calibri" panose="020F0502020204030204" pitchFamily="34" charset="0"/>
              </a:rPr>
              <a:t>You are tasked with developing a machine learning model that predicts building energy consumption based on factors like weather, building characteristics, and more. With buildings being major contributors to global energy use and carbon emissions, accurate predictions could enable organizations to implement targeted strategies to reduce energy waste, such as retrofitting high-use buildings to be more energy efficient. </a:t>
            </a:r>
          </a:p>
          <a:p>
            <a:pPr marL="0" marR="0" indent="0" fontAlgn="base">
              <a:lnSpc>
                <a:spcPct val="115000"/>
              </a:lnSpc>
              <a:spcBef>
                <a:spcPts val="500"/>
              </a:spcBef>
              <a:spcAft>
                <a:spcPts val="1000"/>
              </a:spcAft>
              <a:buNone/>
            </a:pPr>
            <a:r>
              <a:rPr lang="en-US" sz="2000" dirty="0">
                <a:latin typeface="Calibri" panose="020F0502020204030204" pitchFamily="34" charset="0"/>
                <a:ea typeface="Times New Roman" panose="02020603050405020304" pitchFamily="18" charset="0"/>
                <a:cs typeface="Calibri" panose="020F0502020204030204" pitchFamily="34" charset="0"/>
              </a:rPr>
              <a:t>        </a:t>
            </a:r>
            <a:r>
              <a:rPr lang="en-US" sz="2000" dirty="0">
                <a:effectLst/>
                <a:latin typeface="Calibri" panose="020F0502020204030204" pitchFamily="34" charset="0"/>
                <a:ea typeface="Times New Roman" panose="02020603050405020304" pitchFamily="18" charset="0"/>
                <a:cs typeface="Calibri" panose="020F0502020204030204" pitchFamily="34" charset="0"/>
              </a:rPr>
              <a:t>Participants must make their own decisions on how they want to split and process the data, train their models, and present their findings. </a:t>
            </a:r>
            <a:endParaRPr lang="en-US" sz="2000" dirty="0">
              <a:effectLst/>
              <a:latin typeface="Calibri" panose="020F0502020204030204" pitchFamily="34" charset="0"/>
              <a:ea typeface="Yu Mincho" panose="02020400000000000000" pitchFamily="18" charset="-128"/>
              <a:cs typeface="Arial" panose="020B0604020202020204" pitchFamily="34" charset="0"/>
            </a:endParaRPr>
          </a:p>
          <a:p>
            <a:pPr marL="0" indent="0">
              <a:buNone/>
            </a:pPr>
            <a:endParaRPr lang="en-US" dirty="0"/>
          </a:p>
          <a:p>
            <a:pPr marL="343535" indent="-343535"/>
            <a:endParaRPr lang="en-US" dirty="0"/>
          </a:p>
          <a:p>
            <a:pPr marL="343535" indent="-343535"/>
            <a:endParaRPr lang="en-US" dirty="0"/>
          </a:p>
          <a:p>
            <a:pPr marL="343535" indent="-343535"/>
            <a:endParaRPr lang="en-US" dirty="0"/>
          </a:p>
        </p:txBody>
      </p:sp>
    </p:spTree>
    <p:extLst>
      <p:ext uri="{BB962C8B-B14F-4D97-AF65-F5344CB8AC3E}">
        <p14:creationId xmlns:p14="http://schemas.microsoft.com/office/powerpoint/2010/main" val="2527129694"/>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MathWorks">
  <a:themeElements>
    <a:clrScheme name="TMW_PPT">
      <a:dk1>
        <a:sysClr val="windowText" lastClr="000000"/>
      </a:dk1>
      <a:lt1>
        <a:sysClr val="window" lastClr="FFFFFF"/>
      </a:lt1>
      <a:dk2>
        <a:srgbClr val="125687"/>
      </a:dk2>
      <a:lt2>
        <a:srgbClr val="EEECE1"/>
      </a:lt2>
      <a:accent1>
        <a:srgbClr val="95B3D7"/>
      </a:accent1>
      <a:accent2>
        <a:srgbClr val="781414"/>
      </a:accent2>
      <a:accent3>
        <a:srgbClr val="697819"/>
      </a:accent3>
      <a:accent4>
        <a:srgbClr val="D27809"/>
      </a:accent4>
      <a:accent5>
        <a:srgbClr val="BFBFBF"/>
      </a:accent5>
      <a:accent6>
        <a:srgbClr val="E5DD9F"/>
      </a:accent6>
      <a:hlink>
        <a:srgbClr val="0000FF"/>
      </a:hlink>
      <a:folHlink>
        <a:srgbClr val="800080"/>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noFill/>
        </a:ln>
      </a:spPr>
      <a:bodyPr rtlCol="0" anchor="ctr"/>
      <a:lstStyle>
        <a:defPPr algn="ctr">
          <a:defRPr b="1" dirty="0" smtClean="0">
            <a:latin typeface="Arial" pitchFamily="34" charset="0"/>
            <a:cs typeface="Arial" pitchFamily="34" charset="0"/>
          </a:defRPr>
        </a:defPPr>
      </a:lstStyle>
      <a:style>
        <a:lnRef idx="2">
          <a:schemeClr val="accent1">
            <a:shade val="50000"/>
          </a:schemeClr>
        </a:lnRef>
        <a:fillRef idx="1">
          <a:schemeClr val="accent1"/>
        </a:fillRef>
        <a:effectRef idx="0">
          <a:schemeClr val="accent1"/>
        </a:effectRef>
        <a:fontRef idx="minor">
          <a:schemeClr val="lt1"/>
        </a:fontRef>
      </a:style>
    </a:spDef>
    <a:lnDef>
      <a:spPr>
        <a:ln w="9525">
          <a:solidFill>
            <a:schemeClr val="accent5">
              <a:lumMod val="75000"/>
            </a:schemeClr>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rtlCol="0">
        <a:spAutoFit/>
      </a:bodyPr>
      <a:lstStyle>
        <a:defPPr>
          <a:defRPr sz="2000" dirty="0">
            <a:latin typeface="Arial" pitchFamily="34" charset="0"/>
            <a:cs typeface="Arial" pitchFamily="34" charset="0"/>
          </a:defRPr>
        </a:defPPr>
      </a:lstStyle>
    </a:txDef>
  </a:objectDefaults>
  <a:extraClrSchemeLst/>
  <a:extLst>
    <a:ext uri="{05A4C25C-085E-4340-85A3-A5531E510DB2}">
      <thm15:themeFamily xmlns:thm15="http://schemas.microsoft.com/office/thememl/2012/main" name="MathWorks" id="{82C27CFC-63EA-448C-AE94-83AF97230EA0}" vid="{E91128D3-5B29-4EB2-9251-3330FE5AB1FB}"/>
    </a:ext>
  </a:extLst>
</a:theme>
</file>

<file path=ppt/theme/theme2.xml><?xml version="1.0" encoding="utf-8"?>
<a:theme xmlns:a="http://schemas.openxmlformats.org/drawingml/2006/main" name="MW_Confidential_widescreen">
  <a:themeElements>
    <a:clrScheme name="MW">
      <a:dk1>
        <a:srgbClr val="000000"/>
      </a:dk1>
      <a:lt1>
        <a:srgbClr val="FFFFFF"/>
      </a:lt1>
      <a:dk2>
        <a:srgbClr val="0076A8"/>
      </a:dk2>
      <a:lt2>
        <a:srgbClr val="ECF5F8"/>
      </a:lt2>
      <a:accent1>
        <a:srgbClr val="D78824"/>
      </a:accent1>
      <a:accent2>
        <a:srgbClr val="004B87"/>
      </a:accent2>
      <a:accent3>
        <a:srgbClr val="00A9E0"/>
      </a:accent3>
      <a:accent4>
        <a:srgbClr val="F2A900"/>
      </a:accent4>
      <a:accent5>
        <a:srgbClr val="B7302C"/>
      </a:accent5>
      <a:accent6>
        <a:srgbClr val="48A23F"/>
      </a:accent6>
      <a:hlink>
        <a:srgbClr val="0000FF"/>
      </a:hlink>
      <a:folHlink>
        <a:srgbClr val="800080"/>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noFill/>
        </a:ln>
      </a:spPr>
      <a:bodyPr rtlCol="0" anchor="ctr"/>
      <a:lstStyle>
        <a:defPPr algn="ctr">
          <a:defRPr b="1" dirty="0" smtClean="0">
            <a:latin typeface="Arial" pitchFamily="34" charset="0"/>
            <a:cs typeface="Arial" pitchFamily="34" charset="0"/>
          </a:defRPr>
        </a:defPPr>
      </a:lstStyle>
      <a:style>
        <a:lnRef idx="2">
          <a:schemeClr val="accent1">
            <a:shade val="50000"/>
          </a:schemeClr>
        </a:lnRef>
        <a:fillRef idx="1">
          <a:schemeClr val="accent1"/>
        </a:fillRef>
        <a:effectRef idx="0">
          <a:schemeClr val="accent1"/>
        </a:effectRef>
        <a:fontRef idx="minor">
          <a:schemeClr val="lt1"/>
        </a:fontRef>
      </a:style>
    </a:spDef>
    <a:lnDef>
      <a:spPr>
        <a:ln w="9525">
          <a:solidFill>
            <a:schemeClr val="accent5">
              <a:lumMod val="75000"/>
            </a:schemeClr>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rtlCol="0">
        <a:spAutoFit/>
      </a:bodyPr>
      <a:lstStyle>
        <a:defPPr>
          <a:defRPr sz="2000" dirty="0">
            <a:latin typeface="Arial" pitchFamily="34" charset="0"/>
            <a:cs typeface="Arial" pitchFamily="34" charset="0"/>
          </a:defRPr>
        </a:defPPr>
      </a:lstStyle>
    </a:txDef>
  </a:objectDefaults>
  <a:extraClrSchemeLst/>
  <a:extLst>
    <a:ext uri="{05A4C25C-085E-4340-85A3-A5531E510DB2}">
      <thm15:themeFamily xmlns:thm15="http://schemas.microsoft.com/office/thememl/2012/main" name="mw_confidential.potx" id="{9C3E3526-444E-4DB8-8973-12831110EE79}" vid="{2DB0E862-A40E-497D-BEAB-CD87D2D2E70D}"/>
    </a:ext>
  </a:extLst>
</a:theme>
</file>

<file path=ppt/theme/theme3.xml><?xml version="1.0" encoding="utf-8"?>
<a:theme xmlns:a="http://schemas.openxmlformats.org/drawingml/2006/main" name="1_MW_Public_widescreen">
  <a:themeElements>
    <a:clrScheme name="TMW_PPT">
      <a:dk1>
        <a:sysClr val="windowText" lastClr="000000"/>
      </a:dk1>
      <a:lt1>
        <a:sysClr val="window" lastClr="FFFFFF"/>
      </a:lt1>
      <a:dk2>
        <a:srgbClr val="125687"/>
      </a:dk2>
      <a:lt2>
        <a:srgbClr val="EEECE1"/>
      </a:lt2>
      <a:accent1>
        <a:srgbClr val="95B3D7"/>
      </a:accent1>
      <a:accent2>
        <a:srgbClr val="781414"/>
      </a:accent2>
      <a:accent3>
        <a:srgbClr val="697819"/>
      </a:accent3>
      <a:accent4>
        <a:srgbClr val="D27809"/>
      </a:accent4>
      <a:accent5>
        <a:srgbClr val="BFBFBF"/>
      </a:accent5>
      <a:accent6>
        <a:srgbClr val="E5DD9F"/>
      </a:accent6>
      <a:hlink>
        <a:srgbClr val="0000FF"/>
      </a:hlink>
      <a:folHlink>
        <a:srgbClr val="800080"/>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noFill/>
        </a:ln>
      </a:spPr>
      <a:bodyPr rtlCol="0" anchor="ctr"/>
      <a:lstStyle>
        <a:defPPr algn="ctr">
          <a:defRPr b="1" dirty="0" smtClean="0">
            <a:latin typeface="Arial" pitchFamily="34" charset="0"/>
            <a:cs typeface="Arial" pitchFamily="34" charset="0"/>
          </a:defRPr>
        </a:defPPr>
      </a:lstStyle>
      <a:style>
        <a:lnRef idx="2">
          <a:schemeClr val="accent1">
            <a:shade val="50000"/>
          </a:schemeClr>
        </a:lnRef>
        <a:fillRef idx="1">
          <a:schemeClr val="accent1"/>
        </a:fillRef>
        <a:effectRef idx="0">
          <a:schemeClr val="accent1"/>
        </a:effectRef>
        <a:fontRef idx="minor">
          <a:schemeClr val="lt1"/>
        </a:fontRef>
      </a:style>
    </a:spDef>
    <a:lnDef>
      <a:spPr>
        <a:ln w="9525">
          <a:solidFill>
            <a:schemeClr val="accent5">
              <a:lumMod val="75000"/>
            </a:schemeClr>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rtlCol="0">
        <a:spAutoFit/>
      </a:bodyPr>
      <a:lstStyle>
        <a:defPPr>
          <a:defRPr sz="2000" dirty="0">
            <a:latin typeface="Arial" pitchFamily="34" charset="0"/>
            <a:cs typeface="Arial" pitchFamily="34" charset="0"/>
          </a:defRPr>
        </a:defPPr>
      </a:lstStyle>
    </a:txDef>
  </a:objectDefaults>
  <a:extraClrSchemeLst/>
  <a:extLst>
    <a:ext uri="{05A4C25C-085E-4340-85A3-A5531E510DB2}">
      <thm15:themeFamily xmlns:thm15="http://schemas.microsoft.com/office/thememl/2012/main" name="Presentation1" id="{6EF67AD0-93F4-41F9-AE06-6FA3D00B2880}" vid="{49371805-32BB-4BF7-ADCB-DF8BEEA6CDD5}"/>
    </a:ext>
  </a:extLst>
</a:theme>
</file>

<file path=ppt/theme/theme4.xml><?xml version="1.0" encoding="utf-8"?>
<a:theme xmlns:a="http://schemas.openxmlformats.org/drawingml/2006/main" name="2_MW_Public_widescreen">
  <a:themeElements>
    <a:clrScheme name="MathWorks">
      <a:dk1>
        <a:sysClr val="windowText" lastClr="000000"/>
      </a:dk1>
      <a:lt1>
        <a:sysClr val="window" lastClr="FFFFFF"/>
      </a:lt1>
      <a:dk2>
        <a:srgbClr val="125687"/>
      </a:dk2>
      <a:lt2>
        <a:srgbClr val="EEECE1"/>
      </a:lt2>
      <a:accent1>
        <a:srgbClr val="95B3D7"/>
      </a:accent1>
      <a:accent2>
        <a:srgbClr val="781414"/>
      </a:accent2>
      <a:accent3>
        <a:srgbClr val="697819"/>
      </a:accent3>
      <a:accent4>
        <a:srgbClr val="D27809"/>
      </a:accent4>
      <a:accent5>
        <a:srgbClr val="BFBFBF"/>
      </a:accent5>
      <a:accent6>
        <a:srgbClr val="E5DD9F"/>
      </a:accent6>
      <a:hlink>
        <a:srgbClr val="0000FF"/>
      </a:hlink>
      <a:folHlink>
        <a:srgbClr val="800080"/>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noFill/>
        </a:ln>
      </a:spPr>
      <a:bodyPr rtlCol="0" anchor="ctr"/>
      <a:lstStyle>
        <a:defPPr algn="ctr">
          <a:defRPr b="1" dirty="0" smtClean="0">
            <a:latin typeface="Arial" pitchFamily="34" charset="0"/>
            <a:cs typeface="Arial" pitchFamily="34" charset="0"/>
          </a:defRPr>
        </a:defPPr>
      </a:lstStyle>
      <a:style>
        <a:lnRef idx="2">
          <a:schemeClr val="accent1">
            <a:shade val="50000"/>
          </a:schemeClr>
        </a:lnRef>
        <a:fillRef idx="1">
          <a:schemeClr val="accent1"/>
        </a:fillRef>
        <a:effectRef idx="0">
          <a:schemeClr val="accent1"/>
        </a:effectRef>
        <a:fontRef idx="minor">
          <a:schemeClr val="lt1"/>
        </a:fontRef>
      </a:style>
    </a:spDef>
    <a:lnDef>
      <a:spPr>
        <a:ln w="9525">
          <a:solidFill>
            <a:schemeClr val="accent5">
              <a:lumMod val="75000"/>
            </a:schemeClr>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rtlCol="0">
        <a:spAutoFit/>
      </a:bodyPr>
      <a:lstStyle>
        <a:defPPr>
          <a:defRPr sz="2000" dirty="0">
            <a:latin typeface="Arial" pitchFamily="34" charset="0"/>
            <a:cs typeface="Arial" pitchFamily="34" charset="0"/>
          </a:defRPr>
        </a:defPPr>
      </a:lstStyle>
    </a:txDef>
  </a:objectDefaults>
  <a:extraClrSchemeLst/>
  <a:extLst>
    <a:ext uri="{05A4C25C-085E-4340-85A3-A5531E510DB2}">
      <thm15:themeFamily xmlns:thm15="http://schemas.microsoft.com/office/thememl/2012/main" name="mw_public.potx" id="{D992D7DD-CA2E-4A61-A4BF-B55048F9C1A5}" vid="{967B863E-8A48-40AC-B3D6-4F73CD95E1A6}"/>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TaxCatchAll xmlns="0ee7129e-4925-480d-949a-39847433c3b8" xsi:nil="true"/>
    <lcf76f155ced4ddcb4097134ff3c332f xmlns="acf9abf7-c116-4b83-8cff-9672c66dcb6b">
      <Terms xmlns="http://schemas.microsoft.com/office/infopath/2007/PartnerControls"/>
    </lcf76f155ced4ddcb4097134ff3c332f>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98DADE9B5A202A428AD04D9209AEA083" ma:contentTypeVersion="17" ma:contentTypeDescription="Create a new document." ma:contentTypeScope="" ma:versionID="26fc5d8574b7f8351928ef07f1f16fa1">
  <xsd:schema xmlns:xsd="http://www.w3.org/2001/XMLSchema" xmlns:xs="http://www.w3.org/2001/XMLSchema" xmlns:p="http://schemas.microsoft.com/office/2006/metadata/properties" xmlns:ns2="acf9abf7-c116-4b83-8cff-9672c66dcb6b" xmlns:ns3="0ee7129e-4925-480d-949a-39847433c3b8" targetNamespace="http://schemas.microsoft.com/office/2006/metadata/properties" ma:root="true" ma:fieldsID="2aeff1c53fc3e2789aed9dc3292468f3" ns2:_="" ns3:_="">
    <xsd:import namespace="acf9abf7-c116-4b83-8cff-9672c66dcb6b"/>
    <xsd:import namespace="0ee7129e-4925-480d-949a-39847433c3b8"/>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AutoTags" minOccurs="0"/>
                <xsd:element ref="ns2:MediaServiceOCR" minOccurs="0"/>
                <xsd:element ref="ns2:MediaServiceGenerationTime" minOccurs="0"/>
                <xsd:element ref="ns2:MediaServiceEventHashCode" minOccurs="0"/>
                <xsd:element ref="ns2:MediaServiceDateTaken" minOccurs="0"/>
                <xsd:element ref="ns2:MediaLengthInSeconds" minOccurs="0"/>
                <xsd:element ref="ns2:lcf76f155ced4ddcb4097134ff3c332f" minOccurs="0"/>
                <xsd:element ref="ns3:TaxCatchAll" minOccurs="0"/>
                <xsd:element ref="ns2:MediaServiceObjectDetectorVersions" minOccurs="0"/>
                <xsd:element ref="ns3:SharedWithUsers" minOccurs="0"/>
                <xsd:element ref="ns3:SharedWithDetail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cf9abf7-c116-4b83-8cff-9672c66dcb6b"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AutoTags" ma:index="12" nillable="true" ma:displayName="Tags" ma:internalName="MediaServiceAutoTags" ma:readOnly="true">
      <xsd:simpleType>
        <xsd:restriction base="dms:Text"/>
      </xsd:simpleType>
    </xsd:element>
    <xsd:element name="MediaServiceOCR" ma:index="13" nillable="true" ma:displayName="Extracted Text" ma:internalName="MediaServiceOCR" ma:readOnly="true">
      <xsd:simpleType>
        <xsd:restriction base="dms:Note">
          <xsd:maxLength value="255"/>
        </xsd:restriction>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DateTaken" ma:index="16" nillable="true" ma:displayName="MediaServiceDateTaken" ma:hidden="true" ma:internalName="MediaServiceDateTaken" ma:readOnly="true">
      <xsd:simpleType>
        <xsd:restriction base="dms:Text"/>
      </xsd:simpleType>
    </xsd:element>
    <xsd:element name="MediaLengthInSeconds" ma:index="17" nillable="true" ma:displayName="MediaLengthInSeconds" ma:hidden="true" ma:internalName="MediaLengthInSeconds" ma:readOnly="true">
      <xsd:simpleType>
        <xsd:restriction base="dms:Unknown"/>
      </xsd:simpleType>
    </xsd:element>
    <xsd:element name="lcf76f155ced4ddcb4097134ff3c332f" ma:index="19" nillable="true" ma:taxonomy="true" ma:internalName="lcf76f155ced4ddcb4097134ff3c332f" ma:taxonomyFieldName="MediaServiceImageTags" ma:displayName="Image Tags" ma:readOnly="false" ma:fieldId="{5cf76f15-5ced-4ddc-b409-7134ff3c332f}" ma:taxonomyMulti="true" ma:sspId="dc2fbcc8-9673-4dab-87c4-578ccfafc19c"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1" nillable="true" ma:displayName="MediaServiceObjectDetectorVersions" ma:hidden="true" ma:indexed="true" ma:internalName="MediaServiceObjectDetectorVersions" ma:readOnly="true">
      <xsd:simpleType>
        <xsd:restriction base="dms:Text"/>
      </xsd:simpleType>
    </xsd:element>
    <xsd:element name="MediaServiceSearchProperties" ma:index="24"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0ee7129e-4925-480d-949a-39847433c3b8" elementFormDefault="qualified">
    <xsd:import namespace="http://schemas.microsoft.com/office/2006/documentManagement/types"/>
    <xsd:import namespace="http://schemas.microsoft.com/office/infopath/2007/PartnerControls"/>
    <xsd:element name="TaxCatchAll" ma:index="20" nillable="true" ma:displayName="Taxonomy Catch All Column" ma:hidden="true" ma:list="{0cfcc591-3763-4901-b236-5d61e2cd5f5b}" ma:internalName="TaxCatchAll" ma:showField="CatchAllData" ma:web="0ee7129e-4925-480d-949a-39847433c3b8">
      <xsd:complexType>
        <xsd:complexContent>
          <xsd:extension base="dms:MultiChoiceLookup">
            <xsd:sequence>
              <xsd:element name="Value" type="dms:Lookup" maxOccurs="unbounded" minOccurs="0" nillable="true"/>
            </xsd:sequence>
          </xsd:extension>
        </xsd:complexContent>
      </xsd:complexType>
    </xsd:element>
    <xsd:element name="SharedWithUsers" ma:index="2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23"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C9FC0F38-D40D-4145-86E3-21DA0F6CA840}">
  <ds:schemaRefs>
    <ds:schemaRef ds:uri="http://schemas.microsoft.com/office/2006/metadata/properties"/>
    <ds:schemaRef ds:uri="http://schemas.microsoft.com/office/infopath/2007/PartnerControls"/>
    <ds:schemaRef ds:uri="0ee7129e-4925-480d-949a-39847433c3b8"/>
    <ds:schemaRef ds:uri="acf9abf7-c116-4b83-8cff-9672c66dcb6b"/>
  </ds:schemaRefs>
</ds:datastoreItem>
</file>

<file path=customXml/itemProps2.xml><?xml version="1.0" encoding="utf-8"?>
<ds:datastoreItem xmlns:ds="http://schemas.openxmlformats.org/officeDocument/2006/customXml" ds:itemID="{D911B9B7-68EF-4604-B403-9F6F82DB74C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acf9abf7-c116-4b83-8cff-9672c66dcb6b"/>
    <ds:schemaRef ds:uri="0ee7129e-4925-480d-949a-39847433c3b8"/>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ADDC7305-7069-480F-B280-6D7887348D05}">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MathWorks</Template>
  <TotalTime>1109</TotalTime>
  <Words>99</Words>
  <Application>Microsoft Office PowerPoint</Application>
  <PresentationFormat>Widescreen</PresentationFormat>
  <Paragraphs>5</Paragraphs>
  <Slides>1</Slides>
  <Notes>0</Notes>
  <HiddenSlides>0</HiddenSlides>
  <MMClips>0</MMClips>
  <ScaleCrop>false</ScaleCrop>
  <HeadingPairs>
    <vt:vector size="6" baseType="variant">
      <vt:variant>
        <vt:lpstr>Fonts Used</vt:lpstr>
      </vt:variant>
      <vt:variant>
        <vt:i4>4</vt:i4>
      </vt:variant>
      <vt:variant>
        <vt:lpstr>Theme</vt:lpstr>
      </vt:variant>
      <vt:variant>
        <vt:i4>4</vt:i4>
      </vt:variant>
      <vt:variant>
        <vt:lpstr>Slide Titles</vt:lpstr>
      </vt:variant>
      <vt:variant>
        <vt:i4>1</vt:i4>
      </vt:variant>
    </vt:vector>
  </HeadingPairs>
  <TitlesOfParts>
    <vt:vector size="9" baseType="lpstr">
      <vt:lpstr>Arial</vt:lpstr>
      <vt:lpstr>Calibri</vt:lpstr>
      <vt:lpstr>Courier New</vt:lpstr>
      <vt:lpstr>Wingdings</vt:lpstr>
      <vt:lpstr>MathWorks</vt:lpstr>
      <vt:lpstr>MW_Confidential_widescreen</vt:lpstr>
      <vt:lpstr>1_MW_Public_widescreen</vt:lpstr>
      <vt:lpstr>2_MW_Public_widescreen</vt:lpstr>
      <vt:lpstr>Problem Statement: Predicting Building Energy Consumption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
  <cp:lastModifiedBy>Grace Woolson</cp:lastModifiedBy>
  <cp:revision>6</cp:revision>
  <dcterms:created xsi:type="dcterms:W3CDTF">2024-02-23T14:14:13Z</dcterms:created>
  <dcterms:modified xsi:type="dcterms:W3CDTF">2025-01-16T16:02:44Z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0x01010098DADE9B5A202A428AD04D9209AEA083</vt:lpwstr>
  </property>
  <property fmtid="{D5CDD505-2E9C-101B-9397-08002B2CF9AE}" pid="3" name="MediaServiceImageTags">
    <vt:lpwstr/>
  </property>
</Properties>
</file>